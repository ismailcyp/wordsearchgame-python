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2"/>
  </p:notesMasterIdLst>
  <p:sldIdLst>
    <p:sldId id="256" r:id="rId5"/>
    <p:sldId id="258" r:id="rId6"/>
    <p:sldId id="259" r:id="rId7"/>
    <p:sldId id="260" r:id="rId8"/>
    <p:sldId id="261" r:id="rId9"/>
    <p:sldId id="274" r:id="rId10"/>
    <p:sldId id="265" r:id="rId11"/>
    <p:sldId id="264" r:id="rId12"/>
    <p:sldId id="281" r:id="rId13"/>
    <p:sldId id="266" r:id="rId14"/>
    <p:sldId id="279" r:id="rId15"/>
    <p:sldId id="268" r:id="rId16"/>
    <p:sldId id="276" r:id="rId17"/>
    <p:sldId id="270" r:id="rId18"/>
    <p:sldId id="280" r:id="rId19"/>
    <p:sldId id="271" r:id="rId20"/>
    <p:sldId id="283" r:id="rId21"/>
    <p:sldId id="285" r:id="rId22"/>
    <p:sldId id="277" r:id="rId23"/>
    <p:sldId id="286" r:id="rId24"/>
    <p:sldId id="282" r:id="rId25"/>
    <p:sldId id="272" r:id="rId26"/>
    <p:sldId id="275" r:id="rId27"/>
    <p:sldId id="287" r:id="rId28"/>
    <p:sldId id="288" r:id="rId29"/>
    <p:sldId id="289" r:id="rId30"/>
    <p:sldId id="290"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381850"/>
    <a:srgbClr val="2F2F2F"/>
    <a:srgbClr val="0052A2"/>
    <a:srgbClr val="00498D"/>
    <a:srgbClr val="00264D"/>
    <a:srgbClr val="1F2023"/>
    <a:srgbClr val="000B18"/>
    <a:srgbClr val="02386E"/>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896EE7-4ADF-425A-B6A7-C8F830E3DBFE}" v="1861" dt="2024-12-26T12:19:19.6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352" autoAdjust="0"/>
    <p:restoredTop sz="94660"/>
  </p:normalViewPr>
  <p:slideViewPr>
    <p:cSldViewPr snapToGrid="0">
      <p:cViewPr varScale="1">
        <p:scale>
          <a:sx n="105" d="100"/>
          <a:sy n="105" d="100"/>
        </p:scale>
        <p:origin x="1158"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7FC2F3-A6EC-48E7-97A7-656819D00CD6}" type="datetimeFigureOut">
              <a:rPr lang="en-US" smtClean="0"/>
              <a:t>4/24/2026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734B4A9-32DB-4A7B-98A1-ADB83BFFE739}" type="slidenum">
              <a:rPr lang="en-US" smtClean="0"/>
              <a:t>‹#›</a:t>
            </a:fld>
            <a:endParaRPr lang="en-US"/>
          </a:p>
        </p:txBody>
      </p:sp>
    </p:spTree>
    <p:extLst>
      <p:ext uri="{BB962C8B-B14F-4D97-AF65-F5344CB8AC3E}">
        <p14:creationId xmlns:p14="http://schemas.microsoft.com/office/powerpoint/2010/main" val="829968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34B4A9-32DB-4A7B-98A1-ADB83BFFE739}" type="slidenum">
              <a:rPr lang="en-US" smtClean="0"/>
              <a:t>3</a:t>
            </a:fld>
            <a:endParaRPr lang="en-US"/>
          </a:p>
        </p:txBody>
      </p:sp>
    </p:spTree>
    <p:extLst>
      <p:ext uri="{BB962C8B-B14F-4D97-AF65-F5344CB8AC3E}">
        <p14:creationId xmlns:p14="http://schemas.microsoft.com/office/powerpoint/2010/main" val="30764926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62EB9-3317-0B3B-92DA-B0A1C9772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883F7-6F7B-8749-8917-68A6ED1B7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5DAEB-F85A-E261-E94C-51957CCD7A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AA8CE1-C1E1-2E40-A4C9-7E0E59FD123F}"/>
              </a:ext>
            </a:extLst>
          </p:cNvPr>
          <p:cNvSpPr>
            <a:spLocks noGrp="1"/>
          </p:cNvSpPr>
          <p:nvPr>
            <p:ph type="sldNum" sz="quarter" idx="5"/>
          </p:nvPr>
        </p:nvSpPr>
        <p:spPr/>
        <p:txBody>
          <a:bodyPr/>
          <a:lstStyle/>
          <a:p>
            <a:fld id="{D734B4A9-32DB-4A7B-98A1-ADB83BFFE739}" type="slidenum">
              <a:rPr lang="en-US" smtClean="0"/>
              <a:t>4</a:t>
            </a:fld>
            <a:endParaRPr lang="en-US"/>
          </a:p>
        </p:txBody>
      </p:sp>
    </p:spTree>
    <p:extLst>
      <p:ext uri="{BB962C8B-B14F-4D97-AF65-F5344CB8AC3E}">
        <p14:creationId xmlns:p14="http://schemas.microsoft.com/office/powerpoint/2010/main" val="18436182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14C24-CA3E-D10C-23D6-4F41230D38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A32E89-46B1-2BAE-AB67-6D12B2B381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DBE990-18B3-7815-EDBC-F7FF1C17BB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E3FA64-A4A4-1844-602F-FAD77E3DB16B}"/>
              </a:ext>
            </a:extLst>
          </p:cNvPr>
          <p:cNvSpPr>
            <a:spLocks noGrp="1"/>
          </p:cNvSpPr>
          <p:nvPr>
            <p:ph type="sldNum" sz="quarter" idx="5"/>
          </p:nvPr>
        </p:nvSpPr>
        <p:spPr/>
        <p:txBody>
          <a:bodyPr/>
          <a:lstStyle/>
          <a:p>
            <a:fld id="{D734B4A9-32DB-4A7B-98A1-ADB83BFFE739}" type="slidenum">
              <a:rPr lang="en-US" smtClean="0"/>
              <a:t>5</a:t>
            </a:fld>
            <a:endParaRPr lang="en-US"/>
          </a:p>
        </p:txBody>
      </p:sp>
    </p:spTree>
    <p:extLst>
      <p:ext uri="{BB962C8B-B14F-4D97-AF65-F5344CB8AC3E}">
        <p14:creationId xmlns:p14="http://schemas.microsoft.com/office/powerpoint/2010/main" val="3963963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06276-B7C7-C438-9E01-021D12995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A04946-A7F8-3655-CFF3-C17890DF8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2F8562-599D-E92F-5088-D86E497DE6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AFC8DC-739A-C74A-396A-C615566046E9}"/>
              </a:ext>
            </a:extLst>
          </p:cNvPr>
          <p:cNvSpPr>
            <a:spLocks noGrp="1"/>
          </p:cNvSpPr>
          <p:nvPr>
            <p:ph type="sldNum" sz="quarter" idx="5"/>
          </p:nvPr>
        </p:nvSpPr>
        <p:spPr/>
        <p:txBody>
          <a:bodyPr/>
          <a:lstStyle/>
          <a:p>
            <a:fld id="{D734B4A9-32DB-4A7B-98A1-ADB83BFFE739}" type="slidenum">
              <a:rPr lang="en-US" smtClean="0"/>
              <a:t>6</a:t>
            </a:fld>
            <a:endParaRPr lang="en-US"/>
          </a:p>
        </p:txBody>
      </p:sp>
    </p:spTree>
    <p:extLst>
      <p:ext uri="{BB962C8B-B14F-4D97-AF65-F5344CB8AC3E}">
        <p14:creationId xmlns:p14="http://schemas.microsoft.com/office/powerpoint/2010/main" val="21568731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9E7E5-49F9-E97F-C1E5-5F7239CCF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EBAD2-63EB-2383-B8BC-7343D26087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AD401B-B3A1-72A7-1CCB-BDC86D07B9A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D0AD83-DF36-3D52-193A-BBB15DE44A20}"/>
              </a:ext>
            </a:extLst>
          </p:cNvPr>
          <p:cNvSpPr>
            <a:spLocks noGrp="1"/>
          </p:cNvSpPr>
          <p:nvPr>
            <p:ph type="sldNum" sz="quarter" idx="5"/>
          </p:nvPr>
        </p:nvSpPr>
        <p:spPr/>
        <p:txBody>
          <a:bodyPr/>
          <a:lstStyle/>
          <a:p>
            <a:fld id="{D734B4A9-32DB-4A7B-98A1-ADB83BFFE739}" type="slidenum">
              <a:rPr lang="en-US" smtClean="0"/>
              <a:t>7</a:t>
            </a:fld>
            <a:endParaRPr lang="en-US"/>
          </a:p>
        </p:txBody>
      </p:sp>
    </p:spTree>
    <p:extLst>
      <p:ext uri="{BB962C8B-B14F-4D97-AF65-F5344CB8AC3E}">
        <p14:creationId xmlns:p14="http://schemas.microsoft.com/office/powerpoint/2010/main" val="8765857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1AB0C7-498B-0818-6A87-510BC47CF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9269CA-68B5-A9D9-34E8-908F643285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D3EC0C-6ECD-2D3B-9C3E-A4789CF7E9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518DBB9-86D6-8ED1-FB2E-96D07D8AF6CE}"/>
              </a:ext>
            </a:extLst>
          </p:cNvPr>
          <p:cNvSpPr>
            <a:spLocks noGrp="1"/>
          </p:cNvSpPr>
          <p:nvPr>
            <p:ph type="sldNum" sz="quarter" idx="5"/>
          </p:nvPr>
        </p:nvSpPr>
        <p:spPr/>
        <p:txBody>
          <a:bodyPr/>
          <a:lstStyle/>
          <a:p>
            <a:fld id="{D734B4A9-32DB-4A7B-98A1-ADB83BFFE739}" type="slidenum">
              <a:rPr lang="en-US" smtClean="0"/>
              <a:t>8</a:t>
            </a:fld>
            <a:endParaRPr lang="en-US"/>
          </a:p>
        </p:txBody>
      </p:sp>
    </p:spTree>
    <p:extLst>
      <p:ext uri="{BB962C8B-B14F-4D97-AF65-F5344CB8AC3E}">
        <p14:creationId xmlns:p14="http://schemas.microsoft.com/office/powerpoint/2010/main" val="634042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9BD39C-B314-DA96-50F2-565B399BA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71A33F-340B-A1E1-3DED-FCCAA422A7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C8863-6CC4-35E6-C169-C09B8F3C06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7C903AD-9B71-67FC-0812-36F1ECA9AE7D}"/>
              </a:ext>
            </a:extLst>
          </p:cNvPr>
          <p:cNvSpPr>
            <a:spLocks noGrp="1"/>
          </p:cNvSpPr>
          <p:nvPr>
            <p:ph type="sldNum" sz="quarter" idx="5"/>
          </p:nvPr>
        </p:nvSpPr>
        <p:spPr/>
        <p:txBody>
          <a:bodyPr/>
          <a:lstStyle/>
          <a:p>
            <a:fld id="{D734B4A9-32DB-4A7B-98A1-ADB83BFFE739}" type="slidenum">
              <a:rPr lang="en-US" smtClean="0"/>
              <a:t>9</a:t>
            </a:fld>
            <a:endParaRPr lang="en-US"/>
          </a:p>
        </p:txBody>
      </p:sp>
    </p:spTree>
    <p:extLst>
      <p:ext uri="{BB962C8B-B14F-4D97-AF65-F5344CB8AC3E}">
        <p14:creationId xmlns:p14="http://schemas.microsoft.com/office/powerpoint/2010/main" val="1802862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39347-1E54-0EAA-598F-225B49F4D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933DA9-F00C-9E5E-6215-C4B2DD6628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96A7E4-E436-6B9E-9804-099AB17533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B9FC8A-B22F-1533-FDC6-CDB8CBA04E3C}"/>
              </a:ext>
            </a:extLst>
          </p:cNvPr>
          <p:cNvSpPr>
            <a:spLocks noGrp="1"/>
          </p:cNvSpPr>
          <p:nvPr>
            <p:ph type="sldNum" sz="quarter" idx="5"/>
          </p:nvPr>
        </p:nvSpPr>
        <p:spPr/>
        <p:txBody>
          <a:bodyPr/>
          <a:lstStyle/>
          <a:p>
            <a:fld id="{D734B4A9-32DB-4A7B-98A1-ADB83BFFE739}" type="slidenum">
              <a:rPr lang="en-US" smtClean="0"/>
              <a:t>10</a:t>
            </a:fld>
            <a:endParaRPr lang="en-US"/>
          </a:p>
        </p:txBody>
      </p:sp>
    </p:spTree>
    <p:extLst>
      <p:ext uri="{BB962C8B-B14F-4D97-AF65-F5344CB8AC3E}">
        <p14:creationId xmlns:p14="http://schemas.microsoft.com/office/powerpoint/2010/main" val="37015554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DFE6-E43C-CA11-10BF-1684B059E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F59F5A-794C-A4C1-A5A2-7020711707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3433415-7119-A88E-EA6E-A829A2B8C9F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2AF1CC1-8F7E-EB26-FDF9-76A79C381ACF}"/>
              </a:ext>
            </a:extLst>
          </p:cNvPr>
          <p:cNvSpPr>
            <a:spLocks noGrp="1"/>
          </p:cNvSpPr>
          <p:nvPr>
            <p:ph type="sldNum" sz="quarter" idx="5"/>
          </p:nvPr>
        </p:nvSpPr>
        <p:spPr/>
        <p:txBody>
          <a:bodyPr/>
          <a:lstStyle/>
          <a:p>
            <a:fld id="{D734B4A9-32DB-4A7B-98A1-ADB83BFFE739}" type="slidenum">
              <a:rPr lang="en-US" smtClean="0"/>
              <a:t>11</a:t>
            </a:fld>
            <a:endParaRPr lang="en-US"/>
          </a:p>
        </p:txBody>
      </p:sp>
    </p:spTree>
    <p:extLst>
      <p:ext uri="{BB962C8B-B14F-4D97-AF65-F5344CB8AC3E}">
        <p14:creationId xmlns:p14="http://schemas.microsoft.com/office/powerpoint/2010/main" val="1348533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BCE3A-E69E-1A07-B141-D6D1F6DD9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1663C8-0685-B72A-BE6F-1644BF356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55DA5-2B90-D901-CFB1-5296DA568F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51C4F1-B9AB-6408-ABE6-4FF3E1FB96EB}"/>
              </a:ext>
            </a:extLst>
          </p:cNvPr>
          <p:cNvSpPr>
            <a:spLocks noGrp="1"/>
          </p:cNvSpPr>
          <p:nvPr>
            <p:ph type="sldNum" sz="quarter" idx="5"/>
          </p:nvPr>
        </p:nvSpPr>
        <p:spPr/>
        <p:txBody>
          <a:bodyPr/>
          <a:lstStyle/>
          <a:p>
            <a:fld id="{D734B4A9-32DB-4A7B-98A1-ADB83BFFE739}" type="slidenum">
              <a:rPr lang="en-US" smtClean="0"/>
              <a:t>12</a:t>
            </a:fld>
            <a:endParaRPr lang="en-US"/>
          </a:p>
        </p:txBody>
      </p:sp>
    </p:spTree>
    <p:extLst>
      <p:ext uri="{BB962C8B-B14F-4D97-AF65-F5344CB8AC3E}">
        <p14:creationId xmlns:p14="http://schemas.microsoft.com/office/powerpoint/2010/main" val="3602476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747EF8-D4C6-EFB1-979C-0E090FC2C3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002C05-188B-E2D8-E77B-02369BEC4C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43CBB-5A84-0631-9306-7A25262F90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46CB65C-374C-C297-9C01-297E79B76021}"/>
              </a:ext>
            </a:extLst>
          </p:cNvPr>
          <p:cNvSpPr>
            <a:spLocks noGrp="1"/>
          </p:cNvSpPr>
          <p:nvPr>
            <p:ph type="sldNum" sz="quarter" idx="5"/>
          </p:nvPr>
        </p:nvSpPr>
        <p:spPr/>
        <p:txBody>
          <a:bodyPr/>
          <a:lstStyle/>
          <a:p>
            <a:fld id="{D734B4A9-32DB-4A7B-98A1-ADB83BFFE739}" type="slidenum">
              <a:rPr lang="en-US" smtClean="0"/>
              <a:t>13</a:t>
            </a:fld>
            <a:endParaRPr lang="en-US"/>
          </a:p>
        </p:txBody>
      </p:sp>
    </p:spTree>
    <p:extLst>
      <p:ext uri="{BB962C8B-B14F-4D97-AF65-F5344CB8AC3E}">
        <p14:creationId xmlns:p14="http://schemas.microsoft.com/office/powerpoint/2010/main" val="34166709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73D0E-54B6-8582-69A3-AA9C0F7E7A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8B6341-9242-6899-EAE2-09838D6425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4C5A84-A516-6DB4-6683-E430D6D411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FA040BB-A32B-723B-76C1-9B8E74B382C7}"/>
              </a:ext>
            </a:extLst>
          </p:cNvPr>
          <p:cNvSpPr>
            <a:spLocks noGrp="1"/>
          </p:cNvSpPr>
          <p:nvPr>
            <p:ph type="sldNum" sz="quarter" idx="5"/>
          </p:nvPr>
        </p:nvSpPr>
        <p:spPr/>
        <p:txBody>
          <a:bodyPr/>
          <a:lstStyle/>
          <a:p>
            <a:fld id="{D734B4A9-32DB-4A7B-98A1-ADB83BFFE739}" type="slidenum">
              <a:rPr lang="en-US" smtClean="0"/>
              <a:t>14</a:t>
            </a:fld>
            <a:endParaRPr lang="en-US"/>
          </a:p>
        </p:txBody>
      </p:sp>
    </p:spTree>
    <p:extLst>
      <p:ext uri="{BB962C8B-B14F-4D97-AF65-F5344CB8AC3E}">
        <p14:creationId xmlns:p14="http://schemas.microsoft.com/office/powerpoint/2010/main" val="4195548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D75E1-C23C-5D0C-5B19-B48EC472C1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875B6-D1FC-A9C0-FF49-0D78D19752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AF3F59-1B4A-3CE5-E8BD-844CAF4DB2F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9E45E4-ECB1-C410-EF48-07B09531FB01}"/>
              </a:ext>
            </a:extLst>
          </p:cNvPr>
          <p:cNvSpPr>
            <a:spLocks noGrp="1"/>
          </p:cNvSpPr>
          <p:nvPr>
            <p:ph type="sldNum" sz="quarter" idx="5"/>
          </p:nvPr>
        </p:nvSpPr>
        <p:spPr/>
        <p:txBody>
          <a:bodyPr/>
          <a:lstStyle/>
          <a:p>
            <a:fld id="{D734B4A9-32DB-4A7B-98A1-ADB83BFFE739}" type="slidenum">
              <a:rPr lang="en-US" smtClean="0"/>
              <a:t>15</a:t>
            </a:fld>
            <a:endParaRPr lang="en-US"/>
          </a:p>
        </p:txBody>
      </p:sp>
    </p:spTree>
    <p:extLst>
      <p:ext uri="{BB962C8B-B14F-4D97-AF65-F5344CB8AC3E}">
        <p14:creationId xmlns:p14="http://schemas.microsoft.com/office/powerpoint/2010/main" val="5295875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D8E88-846F-867A-5EDE-E2E4D97888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2BB3A-653B-1502-F15F-BE65BFFA8A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B959E-63F2-0B69-D327-3475D6EF555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C91740-894A-BB5A-7A8E-E1E37C87ECA8}"/>
              </a:ext>
            </a:extLst>
          </p:cNvPr>
          <p:cNvSpPr>
            <a:spLocks noGrp="1"/>
          </p:cNvSpPr>
          <p:nvPr>
            <p:ph type="sldNum" sz="quarter" idx="5"/>
          </p:nvPr>
        </p:nvSpPr>
        <p:spPr/>
        <p:txBody>
          <a:bodyPr/>
          <a:lstStyle/>
          <a:p>
            <a:fld id="{D734B4A9-32DB-4A7B-98A1-ADB83BFFE739}" type="slidenum">
              <a:rPr lang="en-US" smtClean="0"/>
              <a:t>16</a:t>
            </a:fld>
            <a:endParaRPr lang="en-US"/>
          </a:p>
        </p:txBody>
      </p:sp>
    </p:spTree>
    <p:extLst>
      <p:ext uri="{BB962C8B-B14F-4D97-AF65-F5344CB8AC3E}">
        <p14:creationId xmlns:p14="http://schemas.microsoft.com/office/powerpoint/2010/main" val="12021562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7D7E0-50AE-992A-1C04-B82000F87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F389E9-7CAA-20BC-38F0-539FFFEA3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BA3728-4653-1DB7-ADEC-BFD877B2562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87933B-3B81-E829-6684-09AF678DC2E7}"/>
              </a:ext>
            </a:extLst>
          </p:cNvPr>
          <p:cNvSpPr>
            <a:spLocks noGrp="1"/>
          </p:cNvSpPr>
          <p:nvPr>
            <p:ph type="sldNum" sz="quarter" idx="5"/>
          </p:nvPr>
        </p:nvSpPr>
        <p:spPr/>
        <p:txBody>
          <a:bodyPr/>
          <a:lstStyle/>
          <a:p>
            <a:fld id="{D734B4A9-32DB-4A7B-98A1-ADB83BFFE739}" type="slidenum">
              <a:rPr lang="en-US" smtClean="0"/>
              <a:t>17</a:t>
            </a:fld>
            <a:endParaRPr lang="en-US"/>
          </a:p>
        </p:txBody>
      </p:sp>
    </p:spTree>
    <p:extLst>
      <p:ext uri="{BB962C8B-B14F-4D97-AF65-F5344CB8AC3E}">
        <p14:creationId xmlns:p14="http://schemas.microsoft.com/office/powerpoint/2010/main" val="20726001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D2E0A-2C0A-F65B-AD65-C0ACD97E4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62357-8FAE-8A91-3293-697FED72AF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919504-E579-58E1-0819-51C1AAFBECD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FF4998-BF99-BAED-18DF-A90BA06277E4}"/>
              </a:ext>
            </a:extLst>
          </p:cNvPr>
          <p:cNvSpPr>
            <a:spLocks noGrp="1"/>
          </p:cNvSpPr>
          <p:nvPr>
            <p:ph type="sldNum" sz="quarter" idx="5"/>
          </p:nvPr>
        </p:nvSpPr>
        <p:spPr/>
        <p:txBody>
          <a:bodyPr/>
          <a:lstStyle/>
          <a:p>
            <a:fld id="{D734B4A9-32DB-4A7B-98A1-ADB83BFFE739}" type="slidenum">
              <a:rPr lang="en-US" smtClean="0"/>
              <a:t>18</a:t>
            </a:fld>
            <a:endParaRPr lang="en-US"/>
          </a:p>
        </p:txBody>
      </p:sp>
    </p:spTree>
    <p:extLst>
      <p:ext uri="{BB962C8B-B14F-4D97-AF65-F5344CB8AC3E}">
        <p14:creationId xmlns:p14="http://schemas.microsoft.com/office/powerpoint/2010/main" val="18142166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031F6-190F-B4CA-0248-AE3C5674C9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CBED76-F910-6962-E61D-F1610FA0BA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C9F842-9198-C31B-3875-D25B65917D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37E68D-A0B2-F78E-E1BA-20182228644E}"/>
              </a:ext>
            </a:extLst>
          </p:cNvPr>
          <p:cNvSpPr>
            <a:spLocks noGrp="1"/>
          </p:cNvSpPr>
          <p:nvPr>
            <p:ph type="sldNum" sz="quarter" idx="5"/>
          </p:nvPr>
        </p:nvSpPr>
        <p:spPr/>
        <p:txBody>
          <a:bodyPr/>
          <a:lstStyle/>
          <a:p>
            <a:fld id="{D734B4A9-32DB-4A7B-98A1-ADB83BFFE739}" type="slidenum">
              <a:rPr lang="en-US" smtClean="0"/>
              <a:t>19</a:t>
            </a:fld>
            <a:endParaRPr lang="en-US"/>
          </a:p>
        </p:txBody>
      </p:sp>
    </p:spTree>
    <p:extLst>
      <p:ext uri="{BB962C8B-B14F-4D97-AF65-F5344CB8AC3E}">
        <p14:creationId xmlns:p14="http://schemas.microsoft.com/office/powerpoint/2010/main" val="3712181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77763-FEE6-22A6-D1B1-26FE7DAFE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00139-8E0B-4132-DE7D-11C4E7921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F5E921-5B57-A76F-CC93-E671ACFE49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DDDF75-978C-021E-E922-43BA8AAEE8E1}"/>
              </a:ext>
            </a:extLst>
          </p:cNvPr>
          <p:cNvSpPr>
            <a:spLocks noGrp="1"/>
          </p:cNvSpPr>
          <p:nvPr>
            <p:ph type="sldNum" sz="quarter" idx="5"/>
          </p:nvPr>
        </p:nvSpPr>
        <p:spPr/>
        <p:txBody>
          <a:bodyPr/>
          <a:lstStyle/>
          <a:p>
            <a:fld id="{D734B4A9-32DB-4A7B-98A1-ADB83BFFE739}" type="slidenum">
              <a:rPr lang="en-US" smtClean="0"/>
              <a:t>20</a:t>
            </a:fld>
            <a:endParaRPr lang="en-US"/>
          </a:p>
        </p:txBody>
      </p:sp>
    </p:spTree>
    <p:extLst>
      <p:ext uri="{BB962C8B-B14F-4D97-AF65-F5344CB8AC3E}">
        <p14:creationId xmlns:p14="http://schemas.microsoft.com/office/powerpoint/2010/main" val="2602679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F785D-79B2-67D2-E704-074F5FEA39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CEE92A-37E4-3246-B25A-D6DCD3CBE5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FF0BFA-3D78-1FE1-F4ED-7B3F56BFF4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95CF50-EE36-7DC4-6DFF-B86127291AE5}"/>
              </a:ext>
            </a:extLst>
          </p:cNvPr>
          <p:cNvSpPr>
            <a:spLocks noGrp="1"/>
          </p:cNvSpPr>
          <p:nvPr>
            <p:ph type="sldNum" sz="quarter" idx="5"/>
          </p:nvPr>
        </p:nvSpPr>
        <p:spPr/>
        <p:txBody>
          <a:bodyPr/>
          <a:lstStyle/>
          <a:p>
            <a:fld id="{D734B4A9-32DB-4A7B-98A1-ADB83BFFE739}" type="slidenum">
              <a:rPr lang="en-US" smtClean="0"/>
              <a:t>21</a:t>
            </a:fld>
            <a:endParaRPr lang="en-US"/>
          </a:p>
        </p:txBody>
      </p:sp>
    </p:spTree>
    <p:extLst>
      <p:ext uri="{BB962C8B-B14F-4D97-AF65-F5344CB8AC3E}">
        <p14:creationId xmlns:p14="http://schemas.microsoft.com/office/powerpoint/2010/main" val="392707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339ED-E691-4554-1838-A478B8EC3F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1A3641-0FEA-27AE-9D4E-04A3BD5029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6EC753-4AE4-562C-73E8-1EA7196C60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7DA530F-DAF5-DBCB-4BB4-737F078E9F5A}"/>
              </a:ext>
            </a:extLst>
          </p:cNvPr>
          <p:cNvSpPr>
            <a:spLocks noGrp="1"/>
          </p:cNvSpPr>
          <p:nvPr>
            <p:ph type="sldNum" sz="quarter" idx="5"/>
          </p:nvPr>
        </p:nvSpPr>
        <p:spPr/>
        <p:txBody>
          <a:bodyPr/>
          <a:lstStyle/>
          <a:p>
            <a:fld id="{D734B4A9-32DB-4A7B-98A1-ADB83BFFE739}" type="slidenum">
              <a:rPr lang="en-US" smtClean="0"/>
              <a:t>22</a:t>
            </a:fld>
            <a:endParaRPr lang="en-US"/>
          </a:p>
        </p:txBody>
      </p:sp>
    </p:spTree>
    <p:extLst>
      <p:ext uri="{BB962C8B-B14F-4D97-AF65-F5344CB8AC3E}">
        <p14:creationId xmlns:p14="http://schemas.microsoft.com/office/powerpoint/2010/main" val="14281338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734B4A9-32DB-4A7B-98A1-ADB83BFFE739}" type="slidenum">
              <a:rPr lang="en-US" smtClean="0"/>
              <a:t>27</a:t>
            </a:fld>
            <a:endParaRPr lang="en-US"/>
          </a:p>
        </p:txBody>
      </p:sp>
    </p:spTree>
    <p:extLst>
      <p:ext uri="{BB962C8B-B14F-4D97-AF65-F5344CB8AC3E}">
        <p14:creationId xmlns:p14="http://schemas.microsoft.com/office/powerpoint/2010/main" val="7225630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E4877-2C5A-7408-7629-4683255F2A9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9D34EE-4CF0-8DC8-A9A0-0FF009005D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559C445-FF1A-DADA-3AA0-8F4563751125}"/>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5" name="Footer Placeholder 4">
            <a:extLst>
              <a:ext uri="{FF2B5EF4-FFF2-40B4-BE49-F238E27FC236}">
                <a16:creationId xmlns:a16="http://schemas.microsoft.com/office/drawing/2014/main" id="{3A8F99BE-55CE-B9E6-B92B-264703B5048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0C4B44-5786-FCBC-A6FF-8B628DAB8BDC}"/>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3694138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6C4CB-8B1B-1A8B-EFD7-A3E76E574BC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AC23BF-1D1C-E394-DCB0-140E0788A2D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F6DFF4-5349-B97A-5F2E-CFA5A7ACF667}"/>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5" name="Footer Placeholder 4">
            <a:extLst>
              <a:ext uri="{FF2B5EF4-FFF2-40B4-BE49-F238E27FC236}">
                <a16:creationId xmlns:a16="http://schemas.microsoft.com/office/drawing/2014/main" id="{CDF4814F-5822-D1A8-5589-22D2F9BF3E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930A86-15A4-3607-42EB-F49C4B323B51}"/>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3009416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C3B4A-5A92-D966-D646-36E7071D05B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1785CC-C567-7C0F-D6FE-4A5B5243F26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095347-EEBE-8239-E73E-4720E27DFCE7}"/>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5" name="Footer Placeholder 4">
            <a:extLst>
              <a:ext uri="{FF2B5EF4-FFF2-40B4-BE49-F238E27FC236}">
                <a16:creationId xmlns:a16="http://schemas.microsoft.com/office/drawing/2014/main" id="{A068CAAB-1B81-247D-A4F8-4A53C9447B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640A38-4396-1B9C-B915-F9AD464D4206}"/>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1796427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CDF51-ED74-7A85-74DC-EA3CBBA5F1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FB8D92-01F3-CDEE-1199-941AE92351F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E24A922-9D9A-BF07-93BF-CA2E9E07C7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95BD414-D199-309E-AC56-841949346A3A}"/>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6" name="Footer Placeholder 5">
            <a:extLst>
              <a:ext uri="{FF2B5EF4-FFF2-40B4-BE49-F238E27FC236}">
                <a16:creationId xmlns:a16="http://schemas.microsoft.com/office/drawing/2014/main" id="{BA8AA08E-C98D-9750-85A0-099A5C1F9E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ADC4D8F-3016-8A26-63B9-201192A43B42}"/>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1074645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AD22C-CD51-E6C0-5A68-853FFAE61F9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CB5DCD-88A4-EDD2-4CAD-B48E64E3095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DCC0F9-E8AF-B32A-C075-1638634D3BB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4BA760A-193B-A80A-188B-D46020CEF4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1BEF697-322C-04F5-F712-FE36D33D3FE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04E020-26AD-BECC-ED09-F93E14E1DB75}"/>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8" name="Footer Placeholder 7">
            <a:extLst>
              <a:ext uri="{FF2B5EF4-FFF2-40B4-BE49-F238E27FC236}">
                <a16:creationId xmlns:a16="http://schemas.microsoft.com/office/drawing/2014/main" id="{A502B79E-908A-EBC0-3CD3-A2D0E24998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DB6C446-4C27-7DED-0220-F3FF539AC1CC}"/>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2689880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FA320-85D7-42FF-4B95-E73BD6030FB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8803FED-0AE5-C446-5EB7-2086FDB11C02}"/>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4" name="Footer Placeholder 3">
            <a:extLst>
              <a:ext uri="{FF2B5EF4-FFF2-40B4-BE49-F238E27FC236}">
                <a16:creationId xmlns:a16="http://schemas.microsoft.com/office/drawing/2014/main" id="{0DDEC154-2EE3-6C13-4619-121FC6DB866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259F18B-6816-F2B2-53F3-2EDE86014A82}"/>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482762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785453-5B6E-6F61-A052-5CF1794F1D70}"/>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3" name="Footer Placeholder 2">
            <a:extLst>
              <a:ext uri="{FF2B5EF4-FFF2-40B4-BE49-F238E27FC236}">
                <a16:creationId xmlns:a16="http://schemas.microsoft.com/office/drawing/2014/main" id="{D2DAB1BD-6AD4-47FE-2CC1-5A44067AFA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6BC67D7-6284-C29B-E6FD-4C1114E88127}"/>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126895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6CEC2-205C-1490-8228-74056B4A9D5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F51F5D-A8F4-CFB5-4D7F-D647B32225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9942422-325F-C000-9CB1-4DB4D6E43E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84F950-ADB8-0263-1187-D6A4BC78FC78}"/>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6" name="Footer Placeholder 5">
            <a:extLst>
              <a:ext uri="{FF2B5EF4-FFF2-40B4-BE49-F238E27FC236}">
                <a16:creationId xmlns:a16="http://schemas.microsoft.com/office/drawing/2014/main" id="{D21CA6AC-7E84-42FC-BA1D-9008920EA1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642D8A-809E-A2B0-6FC0-A5FAC3D7E540}"/>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571365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43F6B-F81A-2071-7431-02D6A0DFFF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2270F60-C728-5B71-86A6-9092E4758D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2674366-EEC1-DE49-4089-5F2F293EF3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B102883-9822-EDDB-B076-4F8B5D5DB323}"/>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6" name="Footer Placeholder 5">
            <a:extLst>
              <a:ext uri="{FF2B5EF4-FFF2-40B4-BE49-F238E27FC236}">
                <a16:creationId xmlns:a16="http://schemas.microsoft.com/office/drawing/2014/main" id="{42608B16-DAB6-32D3-67CE-45E47D9F964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40536E-470D-2112-65B9-3C5ED72ED5AB}"/>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1603522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1BB8A-3510-A38D-19C6-61C7EF9A955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C67268-47E7-5782-A3C1-D3D9B68E0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A915D1-E11F-4714-D874-6F4112CA8C91}"/>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5" name="Footer Placeholder 4">
            <a:extLst>
              <a:ext uri="{FF2B5EF4-FFF2-40B4-BE49-F238E27FC236}">
                <a16:creationId xmlns:a16="http://schemas.microsoft.com/office/drawing/2014/main" id="{65C05182-9F24-BF0C-FF90-7A4E863055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7E7F56-29E8-B649-6F01-9BCA2BCB66BC}"/>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4559002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8A22B6-4F58-84E7-CC23-53CD60A733F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52CF20-8E31-699B-E24C-07E5B8EC73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E95C21-6A0E-C28A-385D-B820EF77A07F}"/>
              </a:ext>
            </a:extLst>
          </p:cNvPr>
          <p:cNvSpPr>
            <a:spLocks noGrp="1"/>
          </p:cNvSpPr>
          <p:nvPr>
            <p:ph type="dt" sz="half" idx="10"/>
          </p:nvPr>
        </p:nvSpPr>
        <p:spPr/>
        <p:txBody>
          <a:bodyPr/>
          <a:lstStyle/>
          <a:p>
            <a:fld id="{6899AFA1-756E-4875-8AE0-1BF3EE3A35E4}" type="datetimeFigureOut">
              <a:rPr lang="en-US" smtClean="0"/>
              <a:t>4/24/2026</a:t>
            </a:fld>
            <a:endParaRPr lang="en-US"/>
          </a:p>
        </p:txBody>
      </p:sp>
      <p:sp>
        <p:nvSpPr>
          <p:cNvPr id="5" name="Footer Placeholder 4">
            <a:extLst>
              <a:ext uri="{FF2B5EF4-FFF2-40B4-BE49-F238E27FC236}">
                <a16:creationId xmlns:a16="http://schemas.microsoft.com/office/drawing/2014/main" id="{428E1110-10CE-8E3C-F1DD-6CB7DFCF34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4442C2-4F81-E0A2-621D-50E13C1B6388}"/>
              </a:ext>
            </a:extLst>
          </p:cNvPr>
          <p:cNvSpPr>
            <a:spLocks noGrp="1"/>
          </p:cNvSpPr>
          <p:nvPr>
            <p:ph type="sldNum" sz="quarter" idx="12"/>
          </p:nvPr>
        </p:nvSpPr>
        <p:spPr/>
        <p:txBody>
          <a:bodyPr/>
          <a:lstStyle/>
          <a:p>
            <a:fld id="{79E9E71F-DFD4-41AF-91FC-F0290844BFAC}" type="slidenum">
              <a:rPr lang="en-US" smtClean="0"/>
              <a:t>‹#›</a:t>
            </a:fld>
            <a:endParaRPr lang="en-US"/>
          </a:p>
        </p:txBody>
      </p:sp>
    </p:spTree>
    <p:extLst>
      <p:ext uri="{BB962C8B-B14F-4D97-AF65-F5344CB8AC3E}">
        <p14:creationId xmlns:p14="http://schemas.microsoft.com/office/powerpoint/2010/main" val="541373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2F5FDE-9D22-B99A-74E4-64A69D8223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35C6A33-164E-71A0-2EDC-F965707CDF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D53461-89B2-E232-C884-15997F7D39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99AFA1-756E-4875-8AE0-1BF3EE3A35E4}" type="datetimeFigureOut">
              <a:rPr lang="en-US" smtClean="0"/>
              <a:t>4/24/2026</a:t>
            </a:fld>
            <a:endParaRPr lang="en-US"/>
          </a:p>
        </p:txBody>
      </p:sp>
      <p:sp>
        <p:nvSpPr>
          <p:cNvPr id="5" name="Footer Placeholder 4">
            <a:extLst>
              <a:ext uri="{FF2B5EF4-FFF2-40B4-BE49-F238E27FC236}">
                <a16:creationId xmlns:a16="http://schemas.microsoft.com/office/drawing/2014/main" id="{AF5D0FBC-97F2-1E17-0F6A-D07E17F2DFC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177217D-5C36-CB8F-945B-08321FE4DF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9E9E71F-DFD4-41AF-91FC-F0290844BFAC}" type="slidenum">
              <a:rPr lang="en-US" smtClean="0"/>
              <a:t>‹#›</a:t>
            </a:fld>
            <a:endParaRPr lang="en-US"/>
          </a:p>
        </p:txBody>
      </p:sp>
    </p:spTree>
    <p:extLst>
      <p:ext uri="{BB962C8B-B14F-4D97-AF65-F5344CB8AC3E}">
        <p14:creationId xmlns:p14="http://schemas.microsoft.com/office/powerpoint/2010/main" val="8396697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5.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003366"/>
            </a:gs>
            <a:gs pos="77000">
              <a:srgbClr val="0F52BA"/>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4BE82F03-A36D-59FC-8503-F9A74AC5CF09}"/>
              </a:ext>
            </a:extLst>
          </p:cNvPr>
          <p:cNvSpPr txBox="1"/>
          <p:nvPr/>
        </p:nvSpPr>
        <p:spPr>
          <a:xfrm>
            <a:off x="2304288" y="2084832"/>
            <a:ext cx="7827264" cy="1862048"/>
          </a:xfrm>
          <a:prstGeom prst="rect">
            <a:avLst/>
          </a:prstGeom>
          <a:noFill/>
        </p:spPr>
        <p:txBody>
          <a:bodyPr wrap="square" rtlCol="0">
            <a:spAutoFit/>
          </a:bodyPr>
          <a:lstStyle/>
          <a:p>
            <a:r>
              <a:rPr lang="en-US" sz="11500" b="1" dirty="0">
                <a:solidFill>
                  <a:schemeClr val="bg1"/>
                </a:solidFill>
                <a:latin typeface="Montserrat" panose="00000800000000000000" pitchFamily="2" charset="0"/>
                <a:ea typeface="ADLaM Display" panose="02010000000000000000" pitchFamily="2" charset="0"/>
                <a:cs typeface="ADLaM Display" panose="02010000000000000000" pitchFamily="2" charset="0"/>
              </a:rPr>
              <a:t>Welcome</a:t>
            </a:r>
          </a:p>
        </p:txBody>
      </p:sp>
      <p:sp>
        <p:nvSpPr>
          <p:cNvPr id="4" name="TextBox 3">
            <a:extLst>
              <a:ext uri="{FF2B5EF4-FFF2-40B4-BE49-F238E27FC236}">
                <a16:creationId xmlns:a16="http://schemas.microsoft.com/office/drawing/2014/main" id="{CD2C47C3-EF3D-DB67-E7F2-280963EF212E}"/>
              </a:ext>
            </a:extLst>
          </p:cNvPr>
          <p:cNvSpPr txBox="1"/>
          <p:nvPr/>
        </p:nvSpPr>
        <p:spPr>
          <a:xfrm>
            <a:off x="4333691" y="3657600"/>
            <a:ext cx="1067921" cy="1862048"/>
          </a:xfrm>
          <a:prstGeom prst="rect">
            <a:avLst/>
          </a:prstGeom>
          <a:noFill/>
        </p:spPr>
        <p:txBody>
          <a:bodyPr wrap="none" rtlCol="0">
            <a:spAutoFit/>
          </a:bodyPr>
          <a:lstStyle/>
          <a:p>
            <a:r>
              <a:rPr lang="en-US" sz="11500" dirty="0">
                <a:solidFill>
                  <a:schemeClr val="bg1"/>
                </a:solidFill>
                <a:latin typeface="Montserrat" panose="00000800000000000000" pitchFamily="2" charset="0"/>
              </a:rPr>
              <a:t>&lt;</a:t>
            </a:r>
          </a:p>
        </p:txBody>
      </p:sp>
      <p:sp>
        <p:nvSpPr>
          <p:cNvPr id="5" name="TextBox 4">
            <a:extLst>
              <a:ext uri="{FF2B5EF4-FFF2-40B4-BE49-F238E27FC236}">
                <a16:creationId xmlns:a16="http://schemas.microsoft.com/office/drawing/2014/main" id="{3C263473-BA83-C7DD-938B-DAEA7B7261FE}"/>
              </a:ext>
            </a:extLst>
          </p:cNvPr>
          <p:cNvSpPr txBox="1"/>
          <p:nvPr/>
        </p:nvSpPr>
        <p:spPr>
          <a:xfrm>
            <a:off x="6096000" y="3657600"/>
            <a:ext cx="1067921" cy="1862048"/>
          </a:xfrm>
          <a:prstGeom prst="rect">
            <a:avLst/>
          </a:prstGeom>
          <a:noFill/>
        </p:spPr>
        <p:txBody>
          <a:bodyPr wrap="none" rtlCol="0">
            <a:spAutoFit/>
          </a:bodyPr>
          <a:lstStyle/>
          <a:p>
            <a:r>
              <a:rPr lang="en-US" sz="11500" dirty="0">
                <a:solidFill>
                  <a:schemeClr val="bg1"/>
                </a:solidFill>
                <a:latin typeface="Montserrat" panose="00000800000000000000" pitchFamily="2" charset="0"/>
              </a:rPr>
              <a:t>&gt;</a:t>
            </a:r>
          </a:p>
        </p:txBody>
      </p:sp>
      <p:sp>
        <p:nvSpPr>
          <p:cNvPr id="6" name="TextBox 5">
            <a:extLst>
              <a:ext uri="{FF2B5EF4-FFF2-40B4-BE49-F238E27FC236}">
                <a16:creationId xmlns:a16="http://schemas.microsoft.com/office/drawing/2014/main" id="{CEC975AA-874C-6582-D945-B67DF5598CA7}"/>
              </a:ext>
            </a:extLst>
          </p:cNvPr>
          <p:cNvSpPr txBox="1"/>
          <p:nvPr/>
        </p:nvSpPr>
        <p:spPr>
          <a:xfrm>
            <a:off x="5415221" y="3803794"/>
            <a:ext cx="667170" cy="1569660"/>
          </a:xfrm>
          <a:prstGeom prst="rect">
            <a:avLst/>
          </a:prstGeom>
          <a:noFill/>
        </p:spPr>
        <p:txBody>
          <a:bodyPr wrap="none" rtlCol="0">
            <a:spAutoFit/>
          </a:bodyPr>
          <a:lstStyle/>
          <a:p>
            <a:r>
              <a:rPr lang="en-US" sz="9600" dirty="0">
                <a:solidFill>
                  <a:schemeClr val="bg1"/>
                </a:solidFill>
                <a:latin typeface="Montserrat" panose="00000800000000000000" pitchFamily="2" charset="0"/>
              </a:rPr>
              <a:t>\</a:t>
            </a:r>
            <a:endParaRPr lang="en-US" sz="11500" dirty="0">
              <a:solidFill>
                <a:schemeClr val="bg1"/>
              </a:solidFill>
              <a:latin typeface="Montserrat" panose="00000800000000000000" pitchFamily="2" charset="0"/>
            </a:endParaRPr>
          </a:p>
        </p:txBody>
      </p:sp>
      <p:sp>
        <p:nvSpPr>
          <p:cNvPr id="9" name="TextBox 8">
            <a:extLst>
              <a:ext uri="{FF2B5EF4-FFF2-40B4-BE49-F238E27FC236}">
                <a16:creationId xmlns:a16="http://schemas.microsoft.com/office/drawing/2014/main" id="{99CB65CE-5A3B-17F7-913F-2936DDCB7114}"/>
              </a:ext>
            </a:extLst>
          </p:cNvPr>
          <p:cNvSpPr txBox="1"/>
          <p:nvPr/>
        </p:nvSpPr>
        <p:spPr>
          <a:xfrm>
            <a:off x="4164076" y="196593"/>
            <a:ext cx="5620004" cy="2185214"/>
          </a:xfrm>
          <a:prstGeom prst="rect">
            <a:avLst/>
          </a:prstGeom>
          <a:noFill/>
        </p:spPr>
        <p:txBody>
          <a:bodyPr wrap="square" rtlCol="0">
            <a:spAutoFit/>
          </a:bodyPr>
          <a:lstStyle/>
          <a:p>
            <a:r>
              <a:rPr lang="en-US" sz="3200" dirty="0">
                <a:solidFill>
                  <a:schemeClr val="tx2">
                    <a:lumMod val="25000"/>
                    <a:lumOff val="75000"/>
                  </a:schemeClr>
                </a:solidFill>
                <a:latin typeface="Montserrat" panose="00000800000000000000" pitchFamily="2" charset="0"/>
              </a:rPr>
              <a:t>Ismail Ayman</a:t>
            </a:r>
          </a:p>
          <a:p>
            <a:endParaRPr lang="en-US" sz="3200" dirty="0">
              <a:solidFill>
                <a:schemeClr val="tx2">
                  <a:lumMod val="25000"/>
                  <a:lumOff val="75000"/>
                </a:schemeClr>
              </a:solidFill>
              <a:latin typeface="Montserrat" panose="00000800000000000000" pitchFamily="2" charset="0"/>
            </a:endParaRPr>
          </a:p>
          <a:p>
            <a:endParaRPr lang="en-US" sz="3200" dirty="0">
              <a:latin typeface="Montserrat" panose="00000800000000000000" pitchFamily="2" charset="0"/>
            </a:endParaRPr>
          </a:p>
          <a:p>
            <a:endParaRPr lang="en-US" sz="4000" dirty="0"/>
          </a:p>
        </p:txBody>
      </p:sp>
    </p:spTree>
    <p:extLst>
      <p:ext uri="{BB962C8B-B14F-4D97-AF65-F5344CB8AC3E}">
        <p14:creationId xmlns:p14="http://schemas.microsoft.com/office/powerpoint/2010/main" val="10742825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lumMod val="75000"/>
                <a:lumOff val="25000"/>
              </a:schemeClr>
            </a:gs>
            <a:gs pos="77000">
              <a:schemeClr val="tx1">
                <a:lumMod val="85000"/>
                <a:lumOff val="15000"/>
              </a:schemeClr>
            </a:gs>
          </a:gsLst>
          <a:path path="circle">
            <a:fillToRect r="100000" b="100000"/>
          </a:path>
          <a:tileRect l="-100000" t="-100000"/>
        </a:gradFill>
        <a:effectLst/>
      </p:bgPr>
    </p:bg>
    <p:spTree>
      <p:nvGrpSpPr>
        <p:cNvPr id="1" name="">
          <a:extLst>
            <a:ext uri="{FF2B5EF4-FFF2-40B4-BE49-F238E27FC236}">
              <a16:creationId xmlns:a16="http://schemas.microsoft.com/office/drawing/2014/main" id="{36F8FAB2-BC52-B3C2-3837-FDB3D0219471}"/>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67F5ED4D-C722-1312-309D-D64774883F2A}"/>
              </a:ext>
            </a:extLst>
          </p:cNvPr>
          <p:cNvSpPr txBox="1"/>
          <p:nvPr/>
        </p:nvSpPr>
        <p:spPr>
          <a:xfrm>
            <a:off x="2304288" y="1115568"/>
            <a:ext cx="7827264" cy="1862048"/>
          </a:xfrm>
          <a:prstGeom prst="rect">
            <a:avLst/>
          </a:prstGeom>
          <a:noFill/>
        </p:spPr>
        <p:txBody>
          <a:bodyPr wrap="square" rtlCol="0">
            <a:spAutoFit/>
          </a:bodyPr>
          <a:lstStyle/>
          <a:p>
            <a:r>
              <a:rPr lang="en-US" sz="11500" b="1" dirty="0">
                <a:solidFill>
                  <a:schemeClr val="accent3">
                    <a:lumMod val="75000"/>
                  </a:schemeClr>
                </a:solidFill>
                <a:latin typeface="Montserrat" panose="00000800000000000000" pitchFamily="2" charset="0"/>
                <a:ea typeface="ADLaM Display" panose="02010000000000000000" pitchFamily="2" charset="0"/>
                <a:cs typeface="ADLaM Display" panose="02010000000000000000" pitchFamily="2" charset="0"/>
              </a:rPr>
              <a:t>Welcome</a:t>
            </a:r>
          </a:p>
        </p:txBody>
      </p:sp>
      <p:sp>
        <p:nvSpPr>
          <p:cNvPr id="2" name="TextBox 1">
            <a:extLst>
              <a:ext uri="{FF2B5EF4-FFF2-40B4-BE49-F238E27FC236}">
                <a16:creationId xmlns:a16="http://schemas.microsoft.com/office/drawing/2014/main" id="{7366740A-35FC-3956-5793-69F4D7E1DDBA}"/>
              </a:ext>
            </a:extLst>
          </p:cNvPr>
          <p:cNvSpPr txBox="1"/>
          <p:nvPr/>
        </p:nvSpPr>
        <p:spPr>
          <a:xfrm>
            <a:off x="1236367" y="3657600"/>
            <a:ext cx="1067921" cy="1862048"/>
          </a:xfrm>
          <a:prstGeom prst="rect">
            <a:avLst/>
          </a:prstGeom>
          <a:noFill/>
        </p:spPr>
        <p:txBody>
          <a:bodyPr wrap="none" rtlCol="0">
            <a:spAutoFit/>
          </a:bodyPr>
          <a:lstStyle/>
          <a:p>
            <a:r>
              <a:rPr lang="en-US" sz="11500" dirty="0">
                <a:solidFill>
                  <a:schemeClr val="accent3">
                    <a:lumMod val="75000"/>
                  </a:schemeClr>
                </a:solidFill>
                <a:latin typeface="Montserrat" panose="00000800000000000000" pitchFamily="2" charset="0"/>
              </a:rPr>
              <a:t>&lt;</a:t>
            </a:r>
          </a:p>
        </p:txBody>
      </p:sp>
      <p:sp>
        <p:nvSpPr>
          <p:cNvPr id="3" name="TextBox 2">
            <a:extLst>
              <a:ext uri="{FF2B5EF4-FFF2-40B4-BE49-F238E27FC236}">
                <a16:creationId xmlns:a16="http://schemas.microsoft.com/office/drawing/2014/main" id="{5A94F34C-760A-0FDD-EA95-282E8C568C3B}"/>
              </a:ext>
            </a:extLst>
          </p:cNvPr>
          <p:cNvSpPr txBox="1"/>
          <p:nvPr/>
        </p:nvSpPr>
        <p:spPr>
          <a:xfrm>
            <a:off x="9063631" y="3657600"/>
            <a:ext cx="1067921" cy="1862048"/>
          </a:xfrm>
          <a:prstGeom prst="rect">
            <a:avLst/>
          </a:prstGeom>
          <a:noFill/>
        </p:spPr>
        <p:txBody>
          <a:bodyPr wrap="none" rtlCol="0">
            <a:spAutoFit/>
          </a:bodyPr>
          <a:lstStyle/>
          <a:p>
            <a:r>
              <a:rPr lang="en-US" sz="11500" dirty="0">
                <a:solidFill>
                  <a:schemeClr val="accent3">
                    <a:lumMod val="75000"/>
                  </a:schemeClr>
                </a:solidFill>
                <a:latin typeface="Montserrat" panose="00000800000000000000" pitchFamily="2" charset="0"/>
              </a:rPr>
              <a:t>&gt;</a:t>
            </a:r>
          </a:p>
        </p:txBody>
      </p:sp>
      <p:sp>
        <p:nvSpPr>
          <p:cNvPr id="4" name="TextBox 3">
            <a:extLst>
              <a:ext uri="{FF2B5EF4-FFF2-40B4-BE49-F238E27FC236}">
                <a16:creationId xmlns:a16="http://schemas.microsoft.com/office/drawing/2014/main" id="{759DFD63-C221-1EE1-1FAE-AD511CAAD80C}"/>
              </a:ext>
            </a:extLst>
          </p:cNvPr>
          <p:cNvSpPr txBox="1"/>
          <p:nvPr/>
        </p:nvSpPr>
        <p:spPr>
          <a:xfrm>
            <a:off x="2150813" y="3803794"/>
            <a:ext cx="667170" cy="1569660"/>
          </a:xfrm>
          <a:prstGeom prst="rect">
            <a:avLst/>
          </a:prstGeom>
          <a:noFill/>
        </p:spPr>
        <p:txBody>
          <a:bodyPr wrap="none" rtlCol="0">
            <a:spAutoFit/>
          </a:bodyPr>
          <a:lstStyle/>
          <a:p>
            <a:r>
              <a:rPr lang="en-US" sz="9600" dirty="0">
                <a:solidFill>
                  <a:schemeClr val="accent3">
                    <a:lumMod val="75000"/>
                  </a:schemeClr>
                </a:solidFill>
                <a:latin typeface="Montserrat" panose="00000800000000000000" pitchFamily="2" charset="0"/>
              </a:rPr>
              <a:t>\</a:t>
            </a:r>
            <a:endParaRPr lang="en-US" sz="11500" dirty="0">
              <a:solidFill>
                <a:schemeClr val="accent3">
                  <a:lumMod val="75000"/>
                </a:schemeClr>
              </a:solidFill>
              <a:latin typeface="Montserrat" panose="00000800000000000000" pitchFamily="2" charset="0"/>
            </a:endParaRPr>
          </a:p>
        </p:txBody>
      </p:sp>
      <p:sp>
        <p:nvSpPr>
          <p:cNvPr id="5" name="TextBox 4">
            <a:extLst>
              <a:ext uri="{FF2B5EF4-FFF2-40B4-BE49-F238E27FC236}">
                <a16:creationId xmlns:a16="http://schemas.microsoft.com/office/drawing/2014/main" id="{9969DE7B-1D71-BD65-46B4-1BD1C89BC98B}"/>
              </a:ext>
            </a:extLst>
          </p:cNvPr>
          <p:cNvSpPr txBox="1"/>
          <p:nvPr/>
        </p:nvSpPr>
        <p:spPr>
          <a:xfrm>
            <a:off x="2657147" y="4126959"/>
            <a:ext cx="7121545" cy="923330"/>
          </a:xfrm>
          <a:prstGeom prst="rect">
            <a:avLst/>
          </a:prstGeom>
          <a:noFill/>
        </p:spPr>
        <p:txBody>
          <a:bodyPr wrap="square" rtlCol="0">
            <a:spAutoFit/>
          </a:bodyPr>
          <a:lstStyle/>
          <a:p>
            <a:r>
              <a:rPr lang="en-US" sz="5400" dirty="0">
                <a:solidFill>
                  <a:schemeClr val="bg1">
                    <a:lumMod val="50000"/>
                  </a:schemeClr>
                </a:solidFill>
                <a:latin typeface="Montserrat" panose="00000800000000000000" pitchFamily="2" charset="0"/>
              </a:rPr>
              <a:t>CODE WARRIORS</a:t>
            </a:r>
          </a:p>
        </p:txBody>
      </p:sp>
      <p:grpSp>
        <p:nvGrpSpPr>
          <p:cNvPr id="45" name="Group 44">
            <a:extLst>
              <a:ext uri="{FF2B5EF4-FFF2-40B4-BE49-F238E27FC236}">
                <a16:creationId xmlns:a16="http://schemas.microsoft.com/office/drawing/2014/main" id="{A64DD2F4-DAA9-AFCF-D17E-628558266AA5}"/>
              </a:ext>
            </a:extLst>
          </p:cNvPr>
          <p:cNvGrpSpPr/>
          <p:nvPr/>
        </p:nvGrpSpPr>
        <p:grpSpPr>
          <a:xfrm>
            <a:off x="-10984517" y="-52844"/>
            <a:ext cx="10984517" cy="6914472"/>
            <a:chOff x="-257563" y="10094754"/>
            <a:chExt cx="11518553" cy="6912123"/>
          </a:xfrm>
        </p:grpSpPr>
        <p:grpSp>
          <p:nvGrpSpPr>
            <p:cNvPr id="46" name="Group 45">
              <a:extLst>
                <a:ext uri="{FF2B5EF4-FFF2-40B4-BE49-F238E27FC236}">
                  <a16:creationId xmlns:a16="http://schemas.microsoft.com/office/drawing/2014/main" id="{D5A0CC09-D727-AD8A-BC9F-83A407392833}"/>
                </a:ext>
              </a:extLst>
            </p:cNvPr>
            <p:cNvGrpSpPr/>
            <p:nvPr/>
          </p:nvGrpSpPr>
          <p:grpSpPr>
            <a:xfrm>
              <a:off x="-257563" y="10148877"/>
              <a:ext cx="11518553" cy="6858000"/>
              <a:chOff x="-8035512" y="-1"/>
              <a:chExt cx="11518553" cy="6858000"/>
            </a:xfrm>
          </p:grpSpPr>
          <p:grpSp>
            <p:nvGrpSpPr>
              <p:cNvPr id="50" name="Group 49">
                <a:extLst>
                  <a:ext uri="{FF2B5EF4-FFF2-40B4-BE49-F238E27FC236}">
                    <a16:creationId xmlns:a16="http://schemas.microsoft.com/office/drawing/2014/main" id="{25E44C06-2484-6E88-3BA0-F142BEC1BFAE}"/>
                  </a:ext>
                </a:extLst>
              </p:cNvPr>
              <p:cNvGrpSpPr/>
              <p:nvPr/>
            </p:nvGrpSpPr>
            <p:grpSpPr>
              <a:xfrm>
                <a:off x="-8035512" y="-1"/>
                <a:ext cx="11437931" cy="6858000"/>
                <a:chOff x="-1114355" y="-1"/>
                <a:chExt cx="11437931" cy="6858000"/>
              </a:xfrm>
            </p:grpSpPr>
            <p:sp>
              <p:nvSpPr>
                <p:cNvPr id="52" name="Rectangle 51">
                  <a:extLst>
                    <a:ext uri="{FF2B5EF4-FFF2-40B4-BE49-F238E27FC236}">
                      <a16:creationId xmlns:a16="http://schemas.microsoft.com/office/drawing/2014/main" id="{650E518C-3F42-CE45-1343-1E15A1A44634}"/>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Rounded Corners 52">
                  <a:extLst>
                    <a:ext uri="{FF2B5EF4-FFF2-40B4-BE49-F238E27FC236}">
                      <a16:creationId xmlns:a16="http://schemas.microsoft.com/office/drawing/2014/main" id="{C01629F5-7881-344D-48A2-D58429307D63}"/>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 name="TextBox 50">
                <a:extLst>
                  <a:ext uri="{FF2B5EF4-FFF2-40B4-BE49-F238E27FC236}">
                    <a16:creationId xmlns:a16="http://schemas.microsoft.com/office/drawing/2014/main" id="{787C6231-C090-6862-D2E5-F471EEBCF159}"/>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47" name="TextBox 46">
              <a:extLst>
                <a:ext uri="{FF2B5EF4-FFF2-40B4-BE49-F238E27FC236}">
                  <a16:creationId xmlns:a16="http://schemas.microsoft.com/office/drawing/2014/main" id="{C4663E95-82AA-E103-017A-985F31844718}"/>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48" name="TextBox 47">
              <a:extLst>
                <a:ext uri="{FF2B5EF4-FFF2-40B4-BE49-F238E27FC236}">
                  <a16:creationId xmlns:a16="http://schemas.microsoft.com/office/drawing/2014/main" id="{BA4A2845-4F10-C4D7-6865-AE44AC882F62}"/>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49" name="TextBox 48">
              <a:extLst>
                <a:ext uri="{FF2B5EF4-FFF2-40B4-BE49-F238E27FC236}">
                  <a16:creationId xmlns:a16="http://schemas.microsoft.com/office/drawing/2014/main" id="{D69F03D9-86F2-B91D-70D9-6581409FB035}"/>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54" name="Group 53">
            <a:extLst>
              <a:ext uri="{FF2B5EF4-FFF2-40B4-BE49-F238E27FC236}">
                <a16:creationId xmlns:a16="http://schemas.microsoft.com/office/drawing/2014/main" id="{3BA508B2-1A6F-FCD6-650A-8004A7EF5171}"/>
              </a:ext>
            </a:extLst>
          </p:cNvPr>
          <p:cNvGrpSpPr/>
          <p:nvPr/>
        </p:nvGrpSpPr>
        <p:grpSpPr>
          <a:xfrm>
            <a:off x="-11503141" y="-88702"/>
            <a:ext cx="11479063" cy="7352494"/>
            <a:chOff x="184608" y="7442200"/>
            <a:chExt cx="9066350" cy="7155049"/>
          </a:xfrm>
        </p:grpSpPr>
        <p:grpSp>
          <p:nvGrpSpPr>
            <p:cNvPr id="55" name="Group 54">
              <a:extLst>
                <a:ext uri="{FF2B5EF4-FFF2-40B4-BE49-F238E27FC236}">
                  <a16:creationId xmlns:a16="http://schemas.microsoft.com/office/drawing/2014/main" id="{D934CE7C-F45F-DD49-C761-A9E726309C24}"/>
                </a:ext>
              </a:extLst>
            </p:cNvPr>
            <p:cNvGrpSpPr/>
            <p:nvPr/>
          </p:nvGrpSpPr>
          <p:grpSpPr>
            <a:xfrm>
              <a:off x="184608" y="7442200"/>
              <a:ext cx="9066350" cy="6858000"/>
              <a:chOff x="710860" y="711648"/>
              <a:chExt cx="9066350" cy="6858000"/>
            </a:xfrm>
          </p:grpSpPr>
          <p:grpSp>
            <p:nvGrpSpPr>
              <p:cNvPr id="59" name="Group 58">
                <a:extLst>
                  <a:ext uri="{FF2B5EF4-FFF2-40B4-BE49-F238E27FC236}">
                    <a16:creationId xmlns:a16="http://schemas.microsoft.com/office/drawing/2014/main" id="{7FF62CC4-6669-AAA5-CC98-80E582BE35DA}"/>
                  </a:ext>
                </a:extLst>
              </p:cNvPr>
              <p:cNvGrpSpPr/>
              <p:nvPr/>
            </p:nvGrpSpPr>
            <p:grpSpPr>
              <a:xfrm>
                <a:off x="710860" y="711648"/>
                <a:ext cx="8936350" cy="6858000"/>
                <a:chOff x="-1172929" y="0"/>
                <a:chExt cx="8936350" cy="6858000"/>
              </a:xfrm>
            </p:grpSpPr>
            <p:sp>
              <p:nvSpPr>
                <p:cNvPr id="61" name="Rectangle 60">
                  <a:extLst>
                    <a:ext uri="{FF2B5EF4-FFF2-40B4-BE49-F238E27FC236}">
                      <a16:creationId xmlns:a16="http://schemas.microsoft.com/office/drawing/2014/main" id="{12F3DD5F-6F04-230A-5BA9-3E7078269C4B}"/>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Rectangle: Rounded Corners 61">
                  <a:extLst>
                    <a:ext uri="{FF2B5EF4-FFF2-40B4-BE49-F238E27FC236}">
                      <a16:creationId xmlns:a16="http://schemas.microsoft.com/office/drawing/2014/main" id="{8AD2045E-8244-6BBF-A81C-54079B1BE0E7}"/>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0" name="TextBox 59">
                <a:extLst>
                  <a:ext uri="{FF2B5EF4-FFF2-40B4-BE49-F238E27FC236}">
                    <a16:creationId xmlns:a16="http://schemas.microsoft.com/office/drawing/2014/main" id="{96B202FA-834B-FCEE-F4CE-184346F6ED0B}"/>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56" name="TextBox 55">
              <a:extLst>
                <a:ext uri="{FF2B5EF4-FFF2-40B4-BE49-F238E27FC236}">
                  <a16:creationId xmlns:a16="http://schemas.microsoft.com/office/drawing/2014/main" id="{8D1A1C2D-5335-A900-A2C8-1F649F5D890F}"/>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57" name="TextBox 56">
              <a:extLst>
                <a:ext uri="{FF2B5EF4-FFF2-40B4-BE49-F238E27FC236}">
                  <a16:creationId xmlns:a16="http://schemas.microsoft.com/office/drawing/2014/main" id="{E39596CE-8594-4C6B-F284-17409946B3E3}"/>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58" name="TextBox 57">
              <a:extLst>
                <a:ext uri="{FF2B5EF4-FFF2-40B4-BE49-F238E27FC236}">
                  <a16:creationId xmlns:a16="http://schemas.microsoft.com/office/drawing/2014/main" id="{2213E8B0-9C68-CC53-E0E2-4EE1E94E7623}"/>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63" name="Group 62">
            <a:extLst>
              <a:ext uri="{FF2B5EF4-FFF2-40B4-BE49-F238E27FC236}">
                <a16:creationId xmlns:a16="http://schemas.microsoft.com/office/drawing/2014/main" id="{B45AE226-5AE1-089E-4651-DC4071AB39FD}"/>
              </a:ext>
            </a:extLst>
          </p:cNvPr>
          <p:cNvGrpSpPr/>
          <p:nvPr/>
        </p:nvGrpSpPr>
        <p:grpSpPr>
          <a:xfrm>
            <a:off x="-11969195" y="-204585"/>
            <a:ext cx="11780522" cy="7153066"/>
            <a:chOff x="2040706" y="-4861072"/>
            <a:chExt cx="8471412" cy="7020361"/>
          </a:xfrm>
        </p:grpSpPr>
        <p:grpSp>
          <p:nvGrpSpPr>
            <p:cNvPr id="128" name="Group 127">
              <a:extLst>
                <a:ext uri="{FF2B5EF4-FFF2-40B4-BE49-F238E27FC236}">
                  <a16:creationId xmlns:a16="http://schemas.microsoft.com/office/drawing/2014/main" id="{0B50367E-715E-3966-320D-275BB53D5B99}"/>
                </a:ext>
              </a:extLst>
            </p:cNvPr>
            <p:cNvGrpSpPr/>
            <p:nvPr/>
          </p:nvGrpSpPr>
          <p:grpSpPr>
            <a:xfrm>
              <a:off x="2040706" y="-4861072"/>
              <a:ext cx="8471412" cy="7020361"/>
              <a:chOff x="-6243967" y="-162361"/>
              <a:chExt cx="8471412" cy="7020361"/>
            </a:xfrm>
          </p:grpSpPr>
          <p:grpSp>
            <p:nvGrpSpPr>
              <p:cNvPr id="170" name="Group 169">
                <a:extLst>
                  <a:ext uri="{FF2B5EF4-FFF2-40B4-BE49-F238E27FC236}">
                    <a16:creationId xmlns:a16="http://schemas.microsoft.com/office/drawing/2014/main" id="{5C56C5D4-5D46-E17A-C7B3-98315E15B76F}"/>
                  </a:ext>
                </a:extLst>
              </p:cNvPr>
              <p:cNvGrpSpPr/>
              <p:nvPr/>
            </p:nvGrpSpPr>
            <p:grpSpPr>
              <a:xfrm>
                <a:off x="-6243967" y="-162361"/>
                <a:ext cx="8322886" cy="7020361"/>
                <a:chOff x="-3943236" y="-162361"/>
                <a:chExt cx="9695091" cy="7020361"/>
              </a:xfrm>
            </p:grpSpPr>
            <p:sp>
              <p:nvSpPr>
                <p:cNvPr id="172" name="Rectangle 171">
                  <a:extLst>
                    <a:ext uri="{FF2B5EF4-FFF2-40B4-BE49-F238E27FC236}">
                      <a16:creationId xmlns:a16="http://schemas.microsoft.com/office/drawing/2014/main" id="{90F7C574-6F34-345B-7A07-F8CF8F65521E}"/>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3" name="Rectangle: Rounded Corners 172">
                  <a:extLst>
                    <a:ext uri="{FF2B5EF4-FFF2-40B4-BE49-F238E27FC236}">
                      <a16:creationId xmlns:a16="http://schemas.microsoft.com/office/drawing/2014/main" id="{3AB51C64-D603-4078-84DD-996BE660C274}"/>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1" name="TextBox 170">
                <a:extLst>
                  <a:ext uri="{FF2B5EF4-FFF2-40B4-BE49-F238E27FC236}">
                    <a16:creationId xmlns:a16="http://schemas.microsoft.com/office/drawing/2014/main" id="{B6D84BA9-DFAF-A44B-8C4B-955851EAFA28}"/>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129" name="Group 128">
              <a:extLst>
                <a:ext uri="{FF2B5EF4-FFF2-40B4-BE49-F238E27FC236}">
                  <a16:creationId xmlns:a16="http://schemas.microsoft.com/office/drawing/2014/main" id="{0B41AB60-29C6-6638-DD2E-F63D0657B758}"/>
                </a:ext>
              </a:extLst>
            </p:cNvPr>
            <p:cNvGrpSpPr/>
            <p:nvPr/>
          </p:nvGrpSpPr>
          <p:grpSpPr>
            <a:xfrm>
              <a:off x="2909913" y="-4836143"/>
              <a:ext cx="7562200" cy="5924589"/>
              <a:chOff x="2909913" y="-4836143"/>
              <a:chExt cx="7562200" cy="5924589"/>
            </a:xfrm>
          </p:grpSpPr>
          <p:sp>
            <p:nvSpPr>
              <p:cNvPr id="167" name="TextBox 166">
                <a:extLst>
                  <a:ext uri="{FF2B5EF4-FFF2-40B4-BE49-F238E27FC236}">
                    <a16:creationId xmlns:a16="http://schemas.microsoft.com/office/drawing/2014/main" id="{AE4D33A5-2E4D-77AD-77F8-75CA22A8D695}"/>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168" name="TextBox 167">
                <a:extLst>
                  <a:ext uri="{FF2B5EF4-FFF2-40B4-BE49-F238E27FC236}">
                    <a16:creationId xmlns:a16="http://schemas.microsoft.com/office/drawing/2014/main" id="{2A852C99-958E-2879-EC27-C7A8850A338D}"/>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169" name="TextBox 168">
                <a:extLst>
                  <a:ext uri="{FF2B5EF4-FFF2-40B4-BE49-F238E27FC236}">
                    <a16:creationId xmlns:a16="http://schemas.microsoft.com/office/drawing/2014/main" id="{A9146791-0E7C-F51D-5778-A5A4E6B15F2B}"/>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174" name="Group 173">
            <a:extLst>
              <a:ext uri="{FF2B5EF4-FFF2-40B4-BE49-F238E27FC236}">
                <a16:creationId xmlns:a16="http://schemas.microsoft.com/office/drawing/2014/main" id="{4B39485E-0AF5-F5D8-1F5F-C3409BF4A810}"/>
              </a:ext>
            </a:extLst>
          </p:cNvPr>
          <p:cNvGrpSpPr/>
          <p:nvPr/>
        </p:nvGrpSpPr>
        <p:grpSpPr>
          <a:xfrm>
            <a:off x="-13728255" y="-88702"/>
            <a:ext cx="13539582" cy="7352494"/>
            <a:chOff x="1174527" y="8379854"/>
            <a:chExt cx="8293851" cy="7003052"/>
          </a:xfrm>
        </p:grpSpPr>
        <p:grpSp>
          <p:nvGrpSpPr>
            <p:cNvPr id="175" name="Group 174">
              <a:extLst>
                <a:ext uri="{FF2B5EF4-FFF2-40B4-BE49-F238E27FC236}">
                  <a16:creationId xmlns:a16="http://schemas.microsoft.com/office/drawing/2014/main" id="{48E03BEC-7D37-C5C4-6648-0FB48977E117}"/>
                </a:ext>
              </a:extLst>
            </p:cNvPr>
            <p:cNvGrpSpPr/>
            <p:nvPr/>
          </p:nvGrpSpPr>
          <p:grpSpPr>
            <a:xfrm>
              <a:off x="1174527" y="8379854"/>
              <a:ext cx="8293851" cy="7003052"/>
              <a:chOff x="-6874038" y="-145052"/>
              <a:chExt cx="8293851" cy="7003052"/>
            </a:xfrm>
          </p:grpSpPr>
          <p:grpSp>
            <p:nvGrpSpPr>
              <p:cNvPr id="179" name="Group 178">
                <a:extLst>
                  <a:ext uri="{FF2B5EF4-FFF2-40B4-BE49-F238E27FC236}">
                    <a16:creationId xmlns:a16="http://schemas.microsoft.com/office/drawing/2014/main" id="{BF2FD7B9-DC8F-8442-642E-B0F7DC7E8592}"/>
                  </a:ext>
                </a:extLst>
              </p:cNvPr>
              <p:cNvGrpSpPr/>
              <p:nvPr/>
            </p:nvGrpSpPr>
            <p:grpSpPr>
              <a:xfrm>
                <a:off x="-6874038" y="-145052"/>
                <a:ext cx="8174555" cy="7003052"/>
                <a:chOff x="-3373649" y="-145052"/>
                <a:chExt cx="6912525" cy="7003052"/>
              </a:xfrm>
            </p:grpSpPr>
            <p:sp>
              <p:nvSpPr>
                <p:cNvPr id="181" name="Rectangle 180">
                  <a:extLst>
                    <a:ext uri="{FF2B5EF4-FFF2-40B4-BE49-F238E27FC236}">
                      <a16:creationId xmlns:a16="http://schemas.microsoft.com/office/drawing/2014/main" id="{A20329C3-50A3-7D3D-1447-C3B72C803F4C}"/>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2" name="Rectangle: Rounded Corners 181">
                  <a:extLst>
                    <a:ext uri="{FF2B5EF4-FFF2-40B4-BE49-F238E27FC236}">
                      <a16:creationId xmlns:a16="http://schemas.microsoft.com/office/drawing/2014/main" id="{BC24B424-4FA3-CE7C-E95F-D5BF12463954}"/>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0" name="TextBox 179">
                <a:extLst>
                  <a:ext uri="{FF2B5EF4-FFF2-40B4-BE49-F238E27FC236}">
                    <a16:creationId xmlns:a16="http://schemas.microsoft.com/office/drawing/2014/main" id="{E06ACAE6-752C-AF8D-F216-5992D2556617}"/>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176" name="TextBox 175">
              <a:extLst>
                <a:ext uri="{FF2B5EF4-FFF2-40B4-BE49-F238E27FC236}">
                  <a16:creationId xmlns:a16="http://schemas.microsoft.com/office/drawing/2014/main" id="{8E55306C-379E-42E0-439B-AB1E9F8507F9}"/>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177" name="TextBox 176">
              <a:extLst>
                <a:ext uri="{FF2B5EF4-FFF2-40B4-BE49-F238E27FC236}">
                  <a16:creationId xmlns:a16="http://schemas.microsoft.com/office/drawing/2014/main" id="{7E3C62EE-80F8-FB04-3ECE-51FCB5E9A793}"/>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178" name="TextBox 177">
              <a:extLst>
                <a:ext uri="{FF2B5EF4-FFF2-40B4-BE49-F238E27FC236}">
                  <a16:creationId xmlns:a16="http://schemas.microsoft.com/office/drawing/2014/main" id="{134A3189-732D-63C8-25D5-E2C7618870EE}"/>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686502651"/>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iterate type="lt">
                                    <p:tmAbs val="100"/>
                                  </p:iterate>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381850"/>
            </a:gs>
            <a:gs pos="87000">
              <a:schemeClr val="tx1">
                <a:lumMod val="85000"/>
                <a:lumOff val="15000"/>
              </a:schemeClr>
            </a:gs>
          </a:gsLst>
          <a:path path="circle">
            <a:fillToRect l="100000" t="100000"/>
          </a:path>
          <a:tileRect r="-100000" b="-100000"/>
        </a:gradFill>
        <a:effectLst/>
      </p:bgPr>
    </p:bg>
    <p:spTree>
      <p:nvGrpSpPr>
        <p:cNvPr id="1" name="">
          <a:extLst>
            <a:ext uri="{FF2B5EF4-FFF2-40B4-BE49-F238E27FC236}">
              <a16:creationId xmlns:a16="http://schemas.microsoft.com/office/drawing/2014/main" id="{A7D1C52D-2965-ECC5-0ECC-3DDCF6036318}"/>
            </a:ext>
          </a:extLst>
        </p:cNvPr>
        <p:cNvGrpSpPr/>
        <p:nvPr/>
      </p:nvGrpSpPr>
      <p:grpSpPr>
        <a:xfrm>
          <a:off x="0" y="0"/>
          <a:ext cx="0" cy="0"/>
          <a:chOff x="0" y="0"/>
          <a:chExt cx="0" cy="0"/>
        </a:xfrm>
      </p:grpSpPr>
      <p:sp>
        <p:nvSpPr>
          <p:cNvPr id="45" name="TextBox 44">
            <a:extLst>
              <a:ext uri="{FF2B5EF4-FFF2-40B4-BE49-F238E27FC236}">
                <a16:creationId xmlns:a16="http://schemas.microsoft.com/office/drawing/2014/main" id="{40D8F1F1-4BA7-87BB-3B29-BEDB684A9902}"/>
              </a:ext>
            </a:extLst>
          </p:cNvPr>
          <p:cNvSpPr txBox="1"/>
          <p:nvPr/>
        </p:nvSpPr>
        <p:spPr>
          <a:xfrm>
            <a:off x="4286427" y="26718"/>
            <a:ext cx="5940115" cy="523220"/>
          </a:xfrm>
          <a:prstGeom prst="rect">
            <a:avLst/>
          </a:prstGeom>
          <a:noFill/>
        </p:spPr>
        <p:txBody>
          <a:bodyPr wrap="square" rtlCol="0">
            <a:spAutoFit/>
          </a:bodyPr>
          <a:lstStyle/>
          <a:p>
            <a:r>
              <a:rPr lang="en-US" sz="2800" dirty="0">
                <a:gradFill>
                  <a:gsLst>
                    <a:gs pos="0">
                      <a:schemeClr val="bg1"/>
                    </a:gs>
                    <a:gs pos="100000">
                      <a:schemeClr val="tx1">
                        <a:lumMod val="85000"/>
                        <a:lumOff val="15000"/>
                      </a:schemeClr>
                    </a:gs>
                  </a:gsLst>
                  <a:path path="circle">
                    <a:fillToRect l="100000" t="100000"/>
                  </a:path>
                </a:gradFill>
                <a:latin typeface="Montserrat" panose="00000800000000000000" pitchFamily="2" charset="0"/>
              </a:rPr>
              <a:t># WORD SEARCH GAME</a:t>
            </a:r>
          </a:p>
        </p:txBody>
      </p:sp>
      <p:sp>
        <p:nvSpPr>
          <p:cNvPr id="46" name="TextBox 45">
            <a:extLst>
              <a:ext uri="{FF2B5EF4-FFF2-40B4-BE49-F238E27FC236}">
                <a16:creationId xmlns:a16="http://schemas.microsoft.com/office/drawing/2014/main" id="{3B8CCEFB-D46B-3A8F-1FB1-CAA14B6CC40C}"/>
              </a:ext>
            </a:extLst>
          </p:cNvPr>
          <p:cNvSpPr txBox="1"/>
          <p:nvPr/>
        </p:nvSpPr>
        <p:spPr>
          <a:xfrm>
            <a:off x="2839415" y="1274853"/>
            <a:ext cx="3052525" cy="4508927"/>
          </a:xfrm>
          <a:prstGeom prst="rect">
            <a:avLst/>
          </a:prstGeom>
          <a:noFill/>
        </p:spPr>
        <p:txBody>
          <a:bodyPr wrap="square" rtlCol="0">
            <a:spAutoFit/>
          </a:bodyPr>
          <a:lstStyle/>
          <a:p>
            <a:r>
              <a:rPr lang="en-US" sz="287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rPr>
              <a:t>#</a:t>
            </a:r>
            <a:endParaRPr lang="en-US" sz="19900" dirty="0">
              <a:solidFill>
                <a:schemeClr val="bg2">
                  <a:lumMod val="50000"/>
                </a:schemeClr>
              </a:solidFill>
              <a:latin typeface="ADLaM Display" panose="02010000000000000000" pitchFamily="2" charset="0"/>
              <a:ea typeface="ADLaM Display" panose="02010000000000000000" pitchFamily="2" charset="0"/>
              <a:cs typeface="ADLaM Display" panose="02010000000000000000" pitchFamily="2" charset="0"/>
            </a:endParaRPr>
          </a:p>
        </p:txBody>
      </p:sp>
      <p:sp>
        <p:nvSpPr>
          <p:cNvPr id="47" name="TextBox 46">
            <a:extLst>
              <a:ext uri="{FF2B5EF4-FFF2-40B4-BE49-F238E27FC236}">
                <a16:creationId xmlns:a16="http://schemas.microsoft.com/office/drawing/2014/main" id="{5BCD0209-E436-67B0-BCB3-67E725E0DF92}"/>
              </a:ext>
            </a:extLst>
          </p:cNvPr>
          <p:cNvSpPr txBox="1"/>
          <p:nvPr/>
        </p:nvSpPr>
        <p:spPr>
          <a:xfrm>
            <a:off x="4478676" y="2360121"/>
            <a:ext cx="9500043" cy="2308324"/>
          </a:xfrm>
          <a:prstGeom prst="rect">
            <a:avLst/>
          </a:prstGeom>
          <a:noFill/>
        </p:spPr>
        <p:txBody>
          <a:bodyPr wrap="square" rtlCol="0">
            <a:spAutoFit/>
          </a:bodyPr>
          <a:lstStyle/>
          <a:p>
            <a:r>
              <a:rPr lang="en-US" sz="4400" dirty="0">
                <a:solidFill>
                  <a:schemeClr val="bg1"/>
                </a:solidFill>
                <a:latin typeface="Montserrat" panose="00000800000000000000" pitchFamily="2" charset="0"/>
              </a:rPr>
              <a:t>	</a:t>
            </a:r>
            <a:r>
              <a:rPr lang="en-US" sz="7200" dirty="0">
                <a:solidFill>
                  <a:schemeClr val="tx2">
                    <a:lumMod val="75000"/>
                    <a:lumOff val="25000"/>
                  </a:schemeClr>
                </a:solidFill>
                <a:latin typeface="Montserrat" panose="00000800000000000000" pitchFamily="2" charset="0"/>
              </a:rPr>
              <a:t>4</a:t>
            </a:r>
            <a:r>
              <a:rPr lang="en-US" sz="4400" dirty="0">
                <a:solidFill>
                  <a:schemeClr val="tx2">
                    <a:lumMod val="75000"/>
                    <a:lumOff val="25000"/>
                  </a:schemeClr>
                </a:solidFill>
                <a:latin typeface="Montserrat" panose="00000800000000000000" pitchFamily="2" charset="0"/>
              </a:rPr>
              <a:t> main </a:t>
            </a:r>
            <a:r>
              <a:rPr lang="en-US" sz="6600" b="1" dirty="0">
                <a:solidFill>
                  <a:schemeClr val="bg1"/>
                </a:solidFill>
                <a:latin typeface="Microsoft Yi Baiti" panose="03000500000000000000" pitchFamily="66" charset="0"/>
                <a:ea typeface="Microsoft Yi Baiti" panose="03000500000000000000" pitchFamily="66" charset="0"/>
              </a:rPr>
              <a:t>Ideas</a:t>
            </a:r>
            <a:r>
              <a:rPr lang="en-US" sz="6600" dirty="0">
                <a:solidFill>
                  <a:schemeClr val="bg1"/>
                </a:solidFill>
                <a:latin typeface="Microsoft Yi Baiti" panose="03000500000000000000" pitchFamily="66" charset="0"/>
                <a:ea typeface="Microsoft Yi Baiti" panose="03000500000000000000" pitchFamily="66" charset="0"/>
              </a:rPr>
              <a:t> </a:t>
            </a:r>
          </a:p>
          <a:p>
            <a:r>
              <a:rPr lang="en-US" sz="6600" dirty="0">
                <a:solidFill>
                  <a:schemeClr val="bg1"/>
                </a:solidFill>
                <a:latin typeface="Microsoft Yi Baiti" panose="03000500000000000000" pitchFamily="66" charset="0"/>
                <a:ea typeface="Microsoft Yi Baiti" panose="03000500000000000000" pitchFamily="66" charset="0"/>
              </a:rPr>
              <a:t>	</a:t>
            </a:r>
            <a:r>
              <a:rPr lang="en-US" sz="6600" dirty="0">
                <a:solidFill>
                  <a:schemeClr val="tx2">
                    <a:lumMod val="75000"/>
                    <a:lumOff val="25000"/>
                  </a:schemeClr>
                </a:solidFill>
                <a:latin typeface="Montserrat" panose="00000800000000000000" pitchFamily="2" charset="0"/>
                <a:ea typeface="Microsoft Yi Baiti" panose="03000500000000000000" pitchFamily="66" charset="0"/>
              </a:rPr>
              <a:t>11</a:t>
            </a:r>
            <a:r>
              <a:rPr lang="en-US" sz="6600" dirty="0">
                <a:solidFill>
                  <a:schemeClr val="bg1"/>
                </a:solidFill>
                <a:latin typeface="Microsoft Yi Baiti" panose="03000500000000000000" pitchFamily="66" charset="0"/>
                <a:ea typeface="Microsoft Yi Baiti" panose="03000500000000000000" pitchFamily="66" charset="0"/>
              </a:rPr>
              <a:t> </a:t>
            </a:r>
            <a:r>
              <a:rPr lang="en-US" sz="7200" b="1" dirty="0">
                <a:solidFill>
                  <a:schemeClr val="bg1"/>
                </a:solidFill>
                <a:latin typeface="Microsoft Yi Baiti" panose="03000500000000000000" pitchFamily="66" charset="0"/>
                <a:ea typeface="Microsoft Yi Baiti" panose="03000500000000000000" pitchFamily="66" charset="0"/>
              </a:rPr>
              <a:t>Functions</a:t>
            </a:r>
            <a:endParaRPr lang="en-US" sz="4400" dirty="0">
              <a:solidFill>
                <a:schemeClr val="bg1"/>
              </a:solidFill>
              <a:latin typeface="Microsoft Yi Baiti" panose="03000500000000000000" pitchFamily="66" charset="0"/>
              <a:ea typeface="Microsoft Yi Baiti" panose="03000500000000000000" pitchFamily="66" charset="0"/>
            </a:endParaRPr>
          </a:p>
        </p:txBody>
      </p:sp>
      <p:grpSp>
        <p:nvGrpSpPr>
          <p:cNvPr id="172" name="Group 171">
            <a:extLst>
              <a:ext uri="{FF2B5EF4-FFF2-40B4-BE49-F238E27FC236}">
                <a16:creationId xmlns:a16="http://schemas.microsoft.com/office/drawing/2014/main" id="{C7E8247A-0FE2-6503-9AA7-26BA243EDF06}"/>
              </a:ext>
            </a:extLst>
          </p:cNvPr>
          <p:cNvGrpSpPr/>
          <p:nvPr/>
        </p:nvGrpSpPr>
        <p:grpSpPr>
          <a:xfrm>
            <a:off x="-9077030" y="-52844"/>
            <a:ext cx="10984517" cy="6914472"/>
            <a:chOff x="-257563" y="10094754"/>
            <a:chExt cx="11518553" cy="6912123"/>
          </a:xfrm>
        </p:grpSpPr>
        <p:grpSp>
          <p:nvGrpSpPr>
            <p:cNvPr id="173" name="Group 172">
              <a:extLst>
                <a:ext uri="{FF2B5EF4-FFF2-40B4-BE49-F238E27FC236}">
                  <a16:creationId xmlns:a16="http://schemas.microsoft.com/office/drawing/2014/main" id="{6B60EB3F-5D05-EABC-1ABE-972F91A75C01}"/>
                </a:ext>
              </a:extLst>
            </p:cNvPr>
            <p:cNvGrpSpPr/>
            <p:nvPr/>
          </p:nvGrpSpPr>
          <p:grpSpPr>
            <a:xfrm>
              <a:off x="-257563" y="10148877"/>
              <a:ext cx="11518553" cy="6858000"/>
              <a:chOff x="-8035512" y="-1"/>
              <a:chExt cx="11518553" cy="6858000"/>
            </a:xfrm>
          </p:grpSpPr>
          <p:grpSp>
            <p:nvGrpSpPr>
              <p:cNvPr id="177" name="Group 176">
                <a:extLst>
                  <a:ext uri="{FF2B5EF4-FFF2-40B4-BE49-F238E27FC236}">
                    <a16:creationId xmlns:a16="http://schemas.microsoft.com/office/drawing/2014/main" id="{BBA25F99-8FE9-1D7A-94F5-F29A60860739}"/>
                  </a:ext>
                </a:extLst>
              </p:cNvPr>
              <p:cNvGrpSpPr/>
              <p:nvPr/>
            </p:nvGrpSpPr>
            <p:grpSpPr>
              <a:xfrm>
                <a:off x="-8035512" y="-1"/>
                <a:ext cx="11437931" cy="6858000"/>
                <a:chOff x="-1114355" y="-1"/>
                <a:chExt cx="11437931" cy="6858000"/>
              </a:xfrm>
            </p:grpSpPr>
            <p:sp>
              <p:nvSpPr>
                <p:cNvPr id="179" name="Rectangle 178">
                  <a:extLst>
                    <a:ext uri="{FF2B5EF4-FFF2-40B4-BE49-F238E27FC236}">
                      <a16:creationId xmlns:a16="http://schemas.microsoft.com/office/drawing/2014/main" id="{BA41C73B-CFE5-E9CD-B91D-3968F4EC970D}"/>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0" name="Rectangle: Rounded Corners 179">
                  <a:extLst>
                    <a:ext uri="{FF2B5EF4-FFF2-40B4-BE49-F238E27FC236}">
                      <a16:creationId xmlns:a16="http://schemas.microsoft.com/office/drawing/2014/main" id="{B74A81E9-D186-0BCE-5036-9FE7D9D16E45}"/>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8" name="TextBox 177">
                <a:extLst>
                  <a:ext uri="{FF2B5EF4-FFF2-40B4-BE49-F238E27FC236}">
                    <a16:creationId xmlns:a16="http://schemas.microsoft.com/office/drawing/2014/main" id="{7C2BD8D6-AA16-7C5D-AF72-98D3C8622606}"/>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174" name="TextBox 173">
              <a:extLst>
                <a:ext uri="{FF2B5EF4-FFF2-40B4-BE49-F238E27FC236}">
                  <a16:creationId xmlns:a16="http://schemas.microsoft.com/office/drawing/2014/main" id="{EC5A13D4-6A88-602E-4373-3F9C84007623}"/>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175" name="TextBox 174">
              <a:extLst>
                <a:ext uri="{FF2B5EF4-FFF2-40B4-BE49-F238E27FC236}">
                  <a16:creationId xmlns:a16="http://schemas.microsoft.com/office/drawing/2014/main" id="{BF35941F-9F11-36D6-8FA2-F0B75E8FAB20}"/>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176" name="TextBox 175">
              <a:extLst>
                <a:ext uri="{FF2B5EF4-FFF2-40B4-BE49-F238E27FC236}">
                  <a16:creationId xmlns:a16="http://schemas.microsoft.com/office/drawing/2014/main" id="{D85EED22-A2CC-72D3-B2DA-FBD43B903575}"/>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181" name="Group 180">
            <a:extLst>
              <a:ext uri="{FF2B5EF4-FFF2-40B4-BE49-F238E27FC236}">
                <a16:creationId xmlns:a16="http://schemas.microsoft.com/office/drawing/2014/main" id="{6D3F80BA-7981-53C5-6493-55910BDEA027}"/>
              </a:ext>
            </a:extLst>
          </p:cNvPr>
          <p:cNvGrpSpPr/>
          <p:nvPr/>
        </p:nvGrpSpPr>
        <p:grpSpPr>
          <a:xfrm>
            <a:off x="-9571576" y="-88702"/>
            <a:ext cx="11479063" cy="7352494"/>
            <a:chOff x="184608" y="7442200"/>
            <a:chExt cx="9066350" cy="7155049"/>
          </a:xfrm>
        </p:grpSpPr>
        <p:grpSp>
          <p:nvGrpSpPr>
            <p:cNvPr id="182" name="Group 181">
              <a:extLst>
                <a:ext uri="{FF2B5EF4-FFF2-40B4-BE49-F238E27FC236}">
                  <a16:creationId xmlns:a16="http://schemas.microsoft.com/office/drawing/2014/main" id="{04A26C47-B4AF-E3C4-173B-20F2C1CAADCF}"/>
                </a:ext>
              </a:extLst>
            </p:cNvPr>
            <p:cNvGrpSpPr/>
            <p:nvPr/>
          </p:nvGrpSpPr>
          <p:grpSpPr>
            <a:xfrm>
              <a:off x="184608" y="7442200"/>
              <a:ext cx="9066350" cy="6858000"/>
              <a:chOff x="710860" y="711648"/>
              <a:chExt cx="9066350" cy="6858000"/>
            </a:xfrm>
          </p:grpSpPr>
          <p:grpSp>
            <p:nvGrpSpPr>
              <p:cNvPr id="186" name="Group 185">
                <a:extLst>
                  <a:ext uri="{FF2B5EF4-FFF2-40B4-BE49-F238E27FC236}">
                    <a16:creationId xmlns:a16="http://schemas.microsoft.com/office/drawing/2014/main" id="{A014E5FA-2E21-A6F9-5C7C-81D380C50B42}"/>
                  </a:ext>
                </a:extLst>
              </p:cNvPr>
              <p:cNvGrpSpPr/>
              <p:nvPr/>
            </p:nvGrpSpPr>
            <p:grpSpPr>
              <a:xfrm>
                <a:off x="710860" y="711648"/>
                <a:ext cx="8936350" cy="6858000"/>
                <a:chOff x="-1172929" y="0"/>
                <a:chExt cx="8936350" cy="6858000"/>
              </a:xfrm>
            </p:grpSpPr>
            <p:sp>
              <p:nvSpPr>
                <p:cNvPr id="188" name="Rectangle 187">
                  <a:extLst>
                    <a:ext uri="{FF2B5EF4-FFF2-40B4-BE49-F238E27FC236}">
                      <a16:creationId xmlns:a16="http://schemas.microsoft.com/office/drawing/2014/main" id="{BBA354EC-4477-B7EC-8B79-FCC70EC9A4EF}"/>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9" name="Rectangle: Rounded Corners 188">
                  <a:extLst>
                    <a:ext uri="{FF2B5EF4-FFF2-40B4-BE49-F238E27FC236}">
                      <a16:creationId xmlns:a16="http://schemas.microsoft.com/office/drawing/2014/main" id="{49B065BF-D62E-474B-0CD1-969B1407F299}"/>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7" name="TextBox 186">
                <a:extLst>
                  <a:ext uri="{FF2B5EF4-FFF2-40B4-BE49-F238E27FC236}">
                    <a16:creationId xmlns:a16="http://schemas.microsoft.com/office/drawing/2014/main" id="{85FE307B-6F01-FFFB-FE7E-FFDA619F0395}"/>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183" name="TextBox 182">
              <a:extLst>
                <a:ext uri="{FF2B5EF4-FFF2-40B4-BE49-F238E27FC236}">
                  <a16:creationId xmlns:a16="http://schemas.microsoft.com/office/drawing/2014/main" id="{A2C2873E-E0A1-3BE9-7231-F2140768A766}"/>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184" name="TextBox 183">
              <a:extLst>
                <a:ext uri="{FF2B5EF4-FFF2-40B4-BE49-F238E27FC236}">
                  <a16:creationId xmlns:a16="http://schemas.microsoft.com/office/drawing/2014/main" id="{5CEA4489-D074-4D62-1446-ED3950169CD6}"/>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185" name="TextBox 184">
              <a:extLst>
                <a:ext uri="{FF2B5EF4-FFF2-40B4-BE49-F238E27FC236}">
                  <a16:creationId xmlns:a16="http://schemas.microsoft.com/office/drawing/2014/main" id="{7477E4B2-DC4A-A3B5-D733-19F6D5D5C67D}"/>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190" name="Group 189">
            <a:extLst>
              <a:ext uri="{FF2B5EF4-FFF2-40B4-BE49-F238E27FC236}">
                <a16:creationId xmlns:a16="http://schemas.microsoft.com/office/drawing/2014/main" id="{35AE1F90-0999-34BD-8485-49C9D0567185}"/>
              </a:ext>
            </a:extLst>
          </p:cNvPr>
          <p:cNvGrpSpPr/>
          <p:nvPr/>
        </p:nvGrpSpPr>
        <p:grpSpPr>
          <a:xfrm>
            <a:off x="-9949919" y="-204585"/>
            <a:ext cx="11780522" cy="7153066"/>
            <a:chOff x="2040706" y="-4861072"/>
            <a:chExt cx="8471412" cy="7020361"/>
          </a:xfrm>
        </p:grpSpPr>
        <p:grpSp>
          <p:nvGrpSpPr>
            <p:cNvPr id="191" name="Group 190">
              <a:extLst>
                <a:ext uri="{FF2B5EF4-FFF2-40B4-BE49-F238E27FC236}">
                  <a16:creationId xmlns:a16="http://schemas.microsoft.com/office/drawing/2014/main" id="{26CC9023-9104-B768-DCF5-D2A6CC876232}"/>
                </a:ext>
              </a:extLst>
            </p:cNvPr>
            <p:cNvGrpSpPr/>
            <p:nvPr/>
          </p:nvGrpSpPr>
          <p:grpSpPr>
            <a:xfrm>
              <a:off x="2040706" y="-4861072"/>
              <a:ext cx="8471412" cy="7020361"/>
              <a:chOff x="-6243967" y="-162361"/>
              <a:chExt cx="8471412" cy="7020361"/>
            </a:xfrm>
          </p:grpSpPr>
          <p:grpSp>
            <p:nvGrpSpPr>
              <p:cNvPr id="196" name="Group 195">
                <a:extLst>
                  <a:ext uri="{FF2B5EF4-FFF2-40B4-BE49-F238E27FC236}">
                    <a16:creationId xmlns:a16="http://schemas.microsoft.com/office/drawing/2014/main" id="{4BC52B33-074E-B62A-0D7C-55DBB3111BCD}"/>
                  </a:ext>
                </a:extLst>
              </p:cNvPr>
              <p:cNvGrpSpPr/>
              <p:nvPr/>
            </p:nvGrpSpPr>
            <p:grpSpPr>
              <a:xfrm>
                <a:off x="-6243967" y="-162361"/>
                <a:ext cx="8322886" cy="7020361"/>
                <a:chOff x="-3943236" y="-162361"/>
                <a:chExt cx="9695091" cy="7020361"/>
              </a:xfrm>
            </p:grpSpPr>
            <p:sp>
              <p:nvSpPr>
                <p:cNvPr id="198" name="Rectangle 197">
                  <a:extLst>
                    <a:ext uri="{FF2B5EF4-FFF2-40B4-BE49-F238E27FC236}">
                      <a16:creationId xmlns:a16="http://schemas.microsoft.com/office/drawing/2014/main" id="{CECB7B57-B33A-4015-400E-DCA9B4168D07}"/>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9" name="Rectangle: Rounded Corners 198">
                  <a:extLst>
                    <a:ext uri="{FF2B5EF4-FFF2-40B4-BE49-F238E27FC236}">
                      <a16:creationId xmlns:a16="http://schemas.microsoft.com/office/drawing/2014/main" id="{2564E94C-5561-E874-46C8-53D15F65F06F}"/>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7" name="TextBox 196">
                <a:extLst>
                  <a:ext uri="{FF2B5EF4-FFF2-40B4-BE49-F238E27FC236}">
                    <a16:creationId xmlns:a16="http://schemas.microsoft.com/office/drawing/2014/main" id="{8DB60631-B247-5AAE-D4F8-EFAE25517F6B}"/>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192" name="Group 191">
              <a:extLst>
                <a:ext uri="{FF2B5EF4-FFF2-40B4-BE49-F238E27FC236}">
                  <a16:creationId xmlns:a16="http://schemas.microsoft.com/office/drawing/2014/main" id="{4163728F-4DCF-5CC2-BC73-E943B4A41932}"/>
                </a:ext>
              </a:extLst>
            </p:cNvPr>
            <p:cNvGrpSpPr/>
            <p:nvPr/>
          </p:nvGrpSpPr>
          <p:grpSpPr>
            <a:xfrm>
              <a:off x="2909913" y="-4836143"/>
              <a:ext cx="7562200" cy="5924589"/>
              <a:chOff x="2909913" y="-4836143"/>
              <a:chExt cx="7562200" cy="5924589"/>
            </a:xfrm>
          </p:grpSpPr>
          <p:sp>
            <p:nvSpPr>
              <p:cNvPr id="193" name="TextBox 192">
                <a:extLst>
                  <a:ext uri="{FF2B5EF4-FFF2-40B4-BE49-F238E27FC236}">
                    <a16:creationId xmlns:a16="http://schemas.microsoft.com/office/drawing/2014/main" id="{7F60DB19-ED75-2678-A9DB-857CAC38E926}"/>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194" name="TextBox 193">
                <a:extLst>
                  <a:ext uri="{FF2B5EF4-FFF2-40B4-BE49-F238E27FC236}">
                    <a16:creationId xmlns:a16="http://schemas.microsoft.com/office/drawing/2014/main" id="{6FF2B2BA-4DF8-4C7F-E456-A5AFE82D0B66}"/>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195" name="TextBox 194">
                <a:extLst>
                  <a:ext uri="{FF2B5EF4-FFF2-40B4-BE49-F238E27FC236}">
                    <a16:creationId xmlns:a16="http://schemas.microsoft.com/office/drawing/2014/main" id="{2B4850EA-78CF-114A-3F2E-8013DD6652B2}"/>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200" name="Group 199">
            <a:extLst>
              <a:ext uri="{FF2B5EF4-FFF2-40B4-BE49-F238E27FC236}">
                <a16:creationId xmlns:a16="http://schemas.microsoft.com/office/drawing/2014/main" id="{7B1BEAD1-D47E-DD7A-6B96-EC5AD7D45CD3}"/>
              </a:ext>
            </a:extLst>
          </p:cNvPr>
          <p:cNvGrpSpPr/>
          <p:nvPr/>
        </p:nvGrpSpPr>
        <p:grpSpPr>
          <a:xfrm>
            <a:off x="-11708979" y="-88702"/>
            <a:ext cx="13539582" cy="7352494"/>
            <a:chOff x="1174527" y="8379854"/>
            <a:chExt cx="8293851" cy="7003052"/>
          </a:xfrm>
        </p:grpSpPr>
        <p:grpSp>
          <p:nvGrpSpPr>
            <p:cNvPr id="201" name="Group 200">
              <a:extLst>
                <a:ext uri="{FF2B5EF4-FFF2-40B4-BE49-F238E27FC236}">
                  <a16:creationId xmlns:a16="http://schemas.microsoft.com/office/drawing/2014/main" id="{A4B98B89-0FFE-6B5A-0259-EB3EFFDE0D77}"/>
                </a:ext>
              </a:extLst>
            </p:cNvPr>
            <p:cNvGrpSpPr/>
            <p:nvPr/>
          </p:nvGrpSpPr>
          <p:grpSpPr>
            <a:xfrm>
              <a:off x="1174527" y="8379854"/>
              <a:ext cx="8293851" cy="7003052"/>
              <a:chOff x="-6874038" y="-145052"/>
              <a:chExt cx="8293851" cy="7003052"/>
            </a:xfrm>
          </p:grpSpPr>
          <p:grpSp>
            <p:nvGrpSpPr>
              <p:cNvPr id="205" name="Group 204">
                <a:extLst>
                  <a:ext uri="{FF2B5EF4-FFF2-40B4-BE49-F238E27FC236}">
                    <a16:creationId xmlns:a16="http://schemas.microsoft.com/office/drawing/2014/main" id="{F2C57F11-F70A-E3BC-3E3E-3C2C860C7DF4}"/>
                  </a:ext>
                </a:extLst>
              </p:cNvPr>
              <p:cNvGrpSpPr/>
              <p:nvPr/>
            </p:nvGrpSpPr>
            <p:grpSpPr>
              <a:xfrm>
                <a:off x="-6874038" y="-145052"/>
                <a:ext cx="8174555" cy="7003052"/>
                <a:chOff x="-3373649" y="-145052"/>
                <a:chExt cx="6912525" cy="7003052"/>
              </a:xfrm>
            </p:grpSpPr>
            <p:sp>
              <p:nvSpPr>
                <p:cNvPr id="207" name="Rectangle 206">
                  <a:extLst>
                    <a:ext uri="{FF2B5EF4-FFF2-40B4-BE49-F238E27FC236}">
                      <a16:creationId xmlns:a16="http://schemas.microsoft.com/office/drawing/2014/main" id="{68B3D326-EA1A-F1EE-7554-5648699A2849}"/>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8" name="Rectangle: Rounded Corners 207">
                  <a:extLst>
                    <a:ext uri="{FF2B5EF4-FFF2-40B4-BE49-F238E27FC236}">
                      <a16:creationId xmlns:a16="http://schemas.microsoft.com/office/drawing/2014/main" id="{1075784E-F7A1-E742-7670-F7CAF6C57F5B}"/>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6" name="TextBox 205">
                <a:extLst>
                  <a:ext uri="{FF2B5EF4-FFF2-40B4-BE49-F238E27FC236}">
                    <a16:creationId xmlns:a16="http://schemas.microsoft.com/office/drawing/2014/main" id="{47367400-0181-0DA0-62F6-3B4D95B653B1}"/>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202" name="TextBox 201">
              <a:extLst>
                <a:ext uri="{FF2B5EF4-FFF2-40B4-BE49-F238E27FC236}">
                  <a16:creationId xmlns:a16="http://schemas.microsoft.com/office/drawing/2014/main" id="{20CF0B9A-E4ED-A2CF-40DB-BE83E08BEE90}"/>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203" name="TextBox 202">
              <a:extLst>
                <a:ext uri="{FF2B5EF4-FFF2-40B4-BE49-F238E27FC236}">
                  <a16:creationId xmlns:a16="http://schemas.microsoft.com/office/drawing/2014/main" id="{E48902F5-176D-4808-5474-6AD0D8A3D04A}"/>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204" name="TextBox 203">
              <a:extLst>
                <a:ext uri="{FF2B5EF4-FFF2-40B4-BE49-F238E27FC236}">
                  <a16:creationId xmlns:a16="http://schemas.microsoft.com/office/drawing/2014/main" id="{FB6CBC25-7C52-9B1F-228E-6AE3EDB16918}"/>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
        <p:nvSpPr>
          <p:cNvPr id="2" name="TextBox 1">
            <a:extLst>
              <a:ext uri="{FF2B5EF4-FFF2-40B4-BE49-F238E27FC236}">
                <a16:creationId xmlns:a16="http://schemas.microsoft.com/office/drawing/2014/main" id="{C52FAC45-A206-C30C-FE1C-57D29C5FC8AD}"/>
              </a:ext>
            </a:extLst>
          </p:cNvPr>
          <p:cNvSpPr txBox="1"/>
          <p:nvPr/>
        </p:nvSpPr>
        <p:spPr>
          <a:xfrm>
            <a:off x="9465163" y="3410048"/>
            <a:ext cx="3052525" cy="1323439"/>
          </a:xfrm>
          <a:prstGeom prst="rect">
            <a:avLst/>
          </a:prstGeom>
          <a:noFill/>
        </p:spPr>
        <p:txBody>
          <a:bodyPr wrap="square" rtlCol="0">
            <a:spAutoFit/>
          </a:bodyPr>
          <a:lstStyle/>
          <a:p>
            <a:r>
              <a:rPr lang="en-US" sz="8000" dirty="0">
                <a:solidFill>
                  <a:schemeClr val="tx2">
                    <a:lumMod val="75000"/>
                    <a:lumOff val="25000"/>
                  </a:schemeClr>
                </a:solidFill>
                <a:latin typeface="Microsoft YaHei UI Light" panose="020B0502040204020203" pitchFamily="34" charset="-122"/>
                <a:ea typeface="Microsoft YaHei UI Light" panose="020B0502040204020203" pitchFamily="34" charset="-122"/>
                <a:cs typeface="ADLaM Display" panose="02010000000000000000" pitchFamily="2" charset="0"/>
              </a:rPr>
              <a:t>{ }</a:t>
            </a:r>
            <a:endParaRPr lang="en-US" sz="19900" dirty="0">
              <a:solidFill>
                <a:schemeClr val="tx2">
                  <a:lumMod val="75000"/>
                  <a:lumOff val="25000"/>
                </a:schemeClr>
              </a:solidFill>
              <a:latin typeface="Microsoft YaHei UI Light" panose="020B0502040204020203" pitchFamily="34" charset="-122"/>
              <a:ea typeface="Microsoft YaHei UI Light" panose="020B0502040204020203" pitchFamily="34" charset="-122"/>
              <a:cs typeface="ADLaM Display" panose="02010000000000000000" pitchFamily="2" charset="0"/>
            </a:endParaRPr>
          </a:p>
        </p:txBody>
      </p:sp>
    </p:spTree>
    <p:extLst>
      <p:ext uri="{BB962C8B-B14F-4D97-AF65-F5344CB8AC3E}">
        <p14:creationId xmlns:p14="http://schemas.microsoft.com/office/powerpoint/2010/main" val="34189438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5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A5A28835-5984-68C7-587D-43715B56811E}"/>
            </a:ext>
          </a:extLst>
        </p:cNvPr>
        <p:cNvGrpSpPr/>
        <p:nvPr/>
      </p:nvGrpSpPr>
      <p:grpSpPr>
        <a:xfrm>
          <a:off x="0" y="0"/>
          <a:ext cx="0" cy="0"/>
          <a:chOff x="0" y="0"/>
          <a:chExt cx="0" cy="0"/>
        </a:xfrm>
      </p:grpSpPr>
      <p:grpSp>
        <p:nvGrpSpPr>
          <p:cNvPr id="4182" name="Group 4181">
            <a:extLst>
              <a:ext uri="{FF2B5EF4-FFF2-40B4-BE49-F238E27FC236}">
                <a16:creationId xmlns:a16="http://schemas.microsoft.com/office/drawing/2014/main" id="{98673BC1-F653-CE52-BAE7-DF758E3D8D5F}"/>
              </a:ext>
            </a:extLst>
          </p:cNvPr>
          <p:cNvGrpSpPr/>
          <p:nvPr/>
        </p:nvGrpSpPr>
        <p:grpSpPr>
          <a:xfrm>
            <a:off x="484122" y="-52844"/>
            <a:ext cx="10984517" cy="6914472"/>
            <a:chOff x="-257563" y="10094754"/>
            <a:chExt cx="11518553" cy="6912123"/>
          </a:xfrm>
        </p:grpSpPr>
        <p:grpSp>
          <p:nvGrpSpPr>
            <p:cNvPr id="4183" name="Group 4182">
              <a:extLst>
                <a:ext uri="{FF2B5EF4-FFF2-40B4-BE49-F238E27FC236}">
                  <a16:creationId xmlns:a16="http://schemas.microsoft.com/office/drawing/2014/main" id="{17CF9771-CEBF-6329-9511-59A8694D5E94}"/>
                </a:ext>
              </a:extLst>
            </p:cNvPr>
            <p:cNvGrpSpPr/>
            <p:nvPr/>
          </p:nvGrpSpPr>
          <p:grpSpPr>
            <a:xfrm>
              <a:off x="-257563" y="10148877"/>
              <a:ext cx="11518553" cy="6858000"/>
              <a:chOff x="-8035512" y="-1"/>
              <a:chExt cx="11518553" cy="6858000"/>
            </a:xfrm>
          </p:grpSpPr>
          <p:grpSp>
            <p:nvGrpSpPr>
              <p:cNvPr id="4187" name="Group 4186">
                <a:extLst>
                  <a:ext uri="{FF2B5EF4-FFF2-40B4-BE49-F238E27FC236}">
                    <a16:creationId xmlns:a16="http://schemas.microsoft.com/office/drawing/2014/main" id="{423D702A-3012-20AB-A707-90D8802D6F57}"/>
                  </a:ext>
                </a:extLst>
              </p:cNvPr>
              <p:cNvGrpSpPr/>
              <p:nvPr/>
            </p:nvGrpSpPr>
            <p:grpSpPr>
              <a:xfrm>
                <a:off x="-8035512" y="-1"/>
                <a:ext cx="11437931" cy="6858000"/>
                <a:chOff x="-1114355" y="-1"/>
                <a:chExt cx="11437931" cy="6858000"/>
              </a:xfrm>
            </p:grpSpPr>
            <p:sp>
              <p:nvSpPr>
                <p:cNvPr id="4189" name="Rectangle 4188">
                  <a:extLst>
                    <a:ext uri="{FF2B5EF4-FFF2-40B4-BE49-F238E27FC236}">
                      <a16:creationId xmlns:a16="http://schemas.microsoft.com/office/drawing/2014/main" id="{676BCD14-6CE1-F9BF-752F-0B3874195B61}"/>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90" name="Rectangle: Rounded Corners 4189">
                  <a:extLst>
                    <a:ext uri="{FF2B5EF4-FFF2-40B4-BE49-F238E27FC236}">
                      <a16:creationId xmlns:a16="http://schemas.microsoft.com/office/drawing/2014/main" id="{F8FDAC07-A326-AE21-A9E7-B21F556680D2}"/>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88" name="TextBox 4187">
                <a:extLst>
                  <a:ext uri="{FF2B5EF4-FFF2-40B4-BE49-F238E27FC236}">
                    <a16:creationId xmlns:a16="http://schemas.microsoft.com/office/drawing/2014/main" id="{A979F44F-008A-8ADD-496F-49F97AEF9CAD}"/>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4184" name="TextBox 4183">
              <a:extLst>
                <a:ext uri="{FF2B5EF4-FFF2-40B4-BE49-F238E27FC236}">
                  <a16:creationId xmlns:a16="http://schemas.microsoft.com/office/drawing/2014/main" id="{415F0F53-8A7E-BF6A-CC9B-34DA44792B4F}"/>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4185" name="TextBox 4184">
              <a:extLst>
                <a:ext uri="{FF2B5EF4-FFF2-40B4-BE49-F238E27FC236}">
                  <a16:creationId xmlns:a16="http://schemas.microsoft.com/office/drawing/2014/main" id="{6BF673DC-C5BF-9B86-D1A5-C0C4C52C1F7D}"/>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4186" name="TextBox 4185">
              <a:extLst>
                <a:ext uri="{FF2B5EF4-FFF2-40B4-BE49-F238E27FC236}">
                  <a16:creationId xmlns:a16="http://schemas.microsoft.com/office/drawing/2014/main" id="{0AE3EA9D-074F-FC88-1E5F-791A0260329A}"/>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4191" name="Group 4190">
            <a:extLst>
              <a:ext uri="{FF2B5EF4-FFF2-40B4-BE49-F238E27FC236}">
                <a16:creationId xmlns:a16="http://schemas.microsoft.com/office/drawing/2014/main" id="{901B8F00-A6C8-6C43-0B57-FA148FA06D79}"/>
              </a:ext>
            </a:extLst>
          </p:cNvPr>
          <p:cNvGrpSpPr/>
          <p:nvPr/>
        </p:nvGrpSpPr>
        <p:grpSpPr>
          <a:xfrm>
            <a:off x="-9571576" y="-88702"/>
            <a:ext cx="11479063" cy="7352494"/>
            <a:chOff x="184608" y="7442200"/>
            <a:chExt cx="9066350" cy="7155049"/>
          </a:xfrm>
        </p:grpSpPr>
        <p:grpSp>
          <p:nvGrpSpPr>
            <p:cNvPr id="4192" name="Group 4191">
              <a:extLst>
                <a:ext uri="{FF2B5EF4-FFF2-40B4-BE49-F238E27FC236}">
                  <a16:creationId xmlns:a16="http://schemas.microsoft.com/office/drawing/2014/main" id="{1CA59CD3-B173-BCE7-2774-7E7E79FC31C7}"/>
                </a:ext>
              </a:extLst>
            </p:cNvPr>
            <p:cNvGrpSpPr/>
            <p:nvPr/>
          </p:nvGrpSpPr>
          <p:grpSpPr>
            <a:xfrm>
              <a:off x="184608" y="7442200"/>
              <a:ext cx="9066350" cy="6858000"/>
              <a:chOff x="710860" y="711648"/>
              <a:chExt cx="9066350" cy="6858000"/>
            </a:xfrm>
          </p:grpSpPr>
          <p:grpSp>
            <p:nvGrpSpPr>
              <p:cNvPr id="4196" name="Group 4195">
                <a:extLst>
                  <a:ext uri="{FF2B5EF4-FFF2-40B4-BE49-F238E27FC236}">
                    <a16:creationId xmlns:a16="http://schemas.microsoft.com/office/drawing/2014/main" id="{BAF92590-6434-8F05-4FAA-4E58BD11FD9E}"/>
                  </a:ext>
                </a:extLst>
              </p:cNvPr>
              <p:cNvGrpSpPr/>
              <p:nvPr/>
            </p:nvGrpSpPr>
            <p:grpSpPr>
              <a:xfrm>
                <a:off x="710860" y="711648"/>
                <a:ext cx="8936350" cy="6858000"/>
                <a:chOff x="-1172929" y="0"/>
                <a:chExt cx="8936350" cy="6858000"/>
              </a:xfrm>
            </p:grpSpPr>
            <p:sp>
              <p:nvSpPr>
                <p:cNvPr id="4198" name="Rectangle 4197">
                  <a:extLst>
                    <a:ext uri="{FF2B5EF4-FFF2-40B4-BE49-F238E27FC236}">
                      <a16:creationId xmlns:a16="http://schemas.microsoft.com/office/drawing/2014/main" id="{7130E21A-B1B4-3283-FEC4-A3854E445ACC}"/>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99" name="Rectangle: Rounded Corners 4198">
                  <a:extLst>
                    <a:ext uri="{FF2B5EF4-FFF2-40B4-BE49-F238E27FC236}">
                      <a16:creationId xmlns:a16="http://schemas.microsoft.com/office/drawing/2014/main" id="{1CBB83FF-B9E1-65A6-1FE8-063E9B9B2D04}"/>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97" name="TextBox 4196">
                <a:extLst>
                  <a:ext uri="{FF2B5EF4-FFF2-40B4-BE49-F238E27FC236}">
                    <a16:creationId xmlns:a16="http://schemas.microsoft.com/office/drawing/2014/main" id="{F0DC675F-1039-AB19-F29B-B271982EB14F}"/>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4193" name="TextBox 4192">
              <a:extLst>
                <a:ext uri="{FF2B5EF4-FFF2-40B4-BE49-F238E27FC236}">
                  <a16:creationId xmlns:a16="http://schemas.microsoft.com/office/drawing/2014/main" id="{17C9660C-1759-DF04-25B0-C28DAE8FB2F7}"/>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4194" name="TextBox 4193">
              <a:extLst>
                <a:ext uri="{FF2B5EF4-FFF2-40B4-BE49-F238E27FC236}">
                  <a16:creationId xmlns:a16="http://schemas.microsoft.com/office/drawing/2014/main" id="{3F94F2A4-DBCF-F1A5-63E2-9543D4999A3C}"/>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4195" name="TextBox 4194">
              <a:extLst>
                <a:ext uri="{FF2B5EF4-FFF2-40B4-BE49-F238E27FC236}">
                  <a16:creationId xmlns:a16="http://schemas.microsoft.com/office/drawing/2014/main" id="{C401A69C-EC1E-5087-2933-16DDD8853EB5}"/>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4200" name="Group 4199">
            <a:extLst>
              <a:ext uri="{FF2B5EF4-FFF2-40B4-BE49-F238E27FC236}">
                <a16:creationId xmlns:a16="http://schemas.microsoft.com/office/drawing/2014/main" id="{D56BBD84-B9E2-8B33-B071-D8CA057C802C}"/>
              </a:ext>
            </a:extLst>
          </p:cNvPr>
          <p:cNvGrpSpPr/>
          <p:nvPr/>
        </p:nvGrpSpPr>
        <p:grpSpPr>
          <a:xfrm>
            <a:off x="-9949919" y="-204585"/>
            <a:ext cx="11780522" cy="7153066"/>
            <a:chOff x="2040706" y="-4861072"/>
            <a:chExt cx="8471412" cy="7020361"/>
          </a:xfrm>
        </p:grpSpPr>
        <p:grpSp>
          <p:nvGrpSpPr>
            <p:cNvPr id="4201" name="Group 4200">
              <a:extLst>
                <a:ext uri="{FF2B5EF4-FFF2-40B4-BE49-F238E27FC236}">
                  <a16:creationId xmlns:a16="http://schemas.microsoft.com/office/drawing/2014/main" id="{ECC6EA3C-A6AE-0C80-CC43-5E4A5A6544DF}"/>
                </a:ext>
              </a:extLst>
            </p:cNvPr>
            <p:cNvGrpSpPr/>
            <p:nvPr/>
          </p:nvGrpSpPr>
          <p:grpSpPr>
            <a:xfrm>
              <a:off x="2040706" y="-4861072"/>
              <a:ext cx="8471412" cy="7020361"/>
              <a:chOff x="-6243967" y="-162361"/>
              <a:chExt cx="8471412" cy="7020361"/>
            </a:xfrm>
          </p:grpSpPr>
          <p:grpSp>
            <p:nvGrpSpPr>
              <p:cNvPr id="4206" name="Group 4205">
                <a:extLst>
                  <a:ext uri="{FF2B5EF4-FFF2-40B4-BE49-F238E27FC236}">
                    <a16:creationId xmlns:a16="http://schemas.microsoft.com/office/drawing/2014/main" id="{9A9A5B00-7E67-E501-ABED-9E9F29E30DB4}"/>
                  </a:ext>
                </a:extLst>
              </p:cNvPr>
              <p:cNvGrpSpPr/>
              <p:nvPr/>
            </p:nvGrpSpPr>
            <p:grpSpPr>
              <a:xfrm>
                <a:off x="-6243967" y="-162361"/>
                <a:ext cx="8322886" cy="7020361"/>
                <a:chOff x="-3943236" y="-162361"/>
                <a:chExt cx="9695091" cy="7020361"/>
              </a:xfrm>
            </p:grpSpPr>
            <p:sp>
              <p:nvSpPr>
                <p:cNvPr id="4208" name="Rectangle 4207">
                  <a:extLst>
                    <a:ext uri="{FF2B5EF4-FFF2-40B4-BE49-F238E27FC236}">
                      <a16:creationId xmlns:a16="http://schemas.microsoft.com/office/drawing/2014/main" id="{FF32E65A-E0BB-031D-DC79-24E9CADCB5AE}"/>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09" name="Rectangle: Rounded Corners 4208">
                  <a:extLst>
                    <a:ext uri="{FF2B5EF4-FFF2-40B4-BE49-F238E27FC236}">
                      <a16:creationId xmlns:a16="http://schemas.microsoft.com/office/drawing/2014/main" id="{62CB845B-E604-9537-E91C-B07BEDD61D69}"/>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07" name="TextBox 4206">
                <a:extLst>
                  <a:ext uri="{FF2B5EF4-FFF2-40B4-BE49-F238E27FC236}">
                    <a16:creationId xmlns:a16="http://schemas.microsoft.com/office/drawing/2014/main" id="{F16571E0-99AD-8A9A-375E-295585E29215}"/>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4202" name="Group 4201">
              <a:extLst>
                <a:ext uri="{FF2B5EF4-FFF2-40B4-BE49-F238E27FC236}">
                  <a16:creationId xmlns:a16="http://schemas.microsoft.com/office/drawing/2014/main" id="{37B4A8C8-DD4C-AC27-7161-F4F43A5A00D8}"/>
                </a:ext>
              </a:extLst>
            </p:cNvPr>
            <p:cNvGrpSpPr/>
            <p:nvPr/>
          </p:nvGrpSpPr>
          <p:grpSpPr>
            <a:xfrm>
              <a:off x="2909913" y="-4836143"/>
              <a:ext cx="7562200" cy="5924589"/>
              <a:chOff x="2909913" y="-4836143"/>
              <a:chExt cx="7562200" cy="5924589"/>
            </a:xfrm>
          </p:grpSpPr>
          <p:sp>
            <p:nvSpPr>
              <p:cNvPr id="4203" name="TextBox 4202">
                <a:extLst>
                  <a:ext uri="{FF2B5EF4-FFF2-40B4-BE49-F238E27FC236}">
                    <a16:creationId xmlns:a16="http://schemas.microsoft.com/office/drawing/2014/main" id="{674DA224-827D-3229-B431-52523A7E5024}"/>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4204" name="TextBox 4203">
                <a:extLst>
                  <a:ext uri="{FF2B5EF4-FFF2-40B4-BE49-F238E27FC236}">
                    <a16:creationId xmlns:a16="http://schemas.microsoft.com/office/drawing/2014/main" id="{CAFCFF3C-7E9E-48C7-79E8-CEFEDA5C128C}"/>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4205" name="TextBox 4204">
                <a:extLst>
                  <a:ext uri="{FF2B5EF4-FFF2-40B4-BE49-F238E27FC236}">
                    <a16:creationId xmlns:a16="http://schemas.microsoft.com/office/drawing/2014/main" id="{1177F184-6A81-164D-4CDE-021D5E84D29F}"/>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4210" name="Group 4209">
            <a:extLst>
              <a:ext uri="{FF2B5EF4-FFF2-40B4-BE49-F238E27FC236}">
                <a16:creationId xmlns:a16="http://schemas.microsoft.com/office/drawing/2014/main" id="{09BE1963-E932-D368-1329-5FB4DC573DF5}"/>
              </a:ext>
            </a:extLst>
          </p:cNvPr>
          <p:cNvGrpSpPr/>
          <p:nvPr/>
        </p:nvGrpSpPr>
        <p:grpSpPr>
          <a:xfrm>
            <a:off x="-11708979" y="-88702"/>
            <a:ext cx="13539582" cy="7352494"/>
            <a:chOff x="1174527" y="8379854"/>
            <a:chExt cx="8293851" cy="7003052"/>
          </a:xfrm>
        </p:grpSpPr>
        <p:grpSp>
          <p:nvGrpSpPr>
            <p:cNvPr id="4211" name="Group 4210">
              <a:extLst>
                <a:ext uri="{FF2B5EF4-FFF2-40B4-BE49-F238E27FC236}">
                  <a16:creationId xmlns:a16="http://schemas.microsoft.com/office/drawing/2014/main" id="{04DD36A1-CAE4-4C9B-2934-C63D01334435}"/>
                </a:ext>
              </a:extLst>
            </p:cNvPr>
            <p:cNvGrpSpPr/>
            <p:nvPr/>
          </p:nvGrpSpPr>
          <p:grpSpPr>
            <a:xfrm>
              <a:off x="1174527" y="8379854"/>
              <a:ext cx="8293851" cy="7003052"/>
              <a:chOff x="-6874038" y="-145052"/>
              <a:chExt cx="8293851" cy="7003052"/>
            </a:xfrm>
          </p:grpSpPr>
          <p:grpSp>
            <p:nvGrpSpPr>
              <p:cNvPr id="4215" name="Group 4214">
                <a:extLst>
                  <a:ext uri="{FF2B5EF4-FFF2-40B4-BE49-F238E27FC236}">
                    <a16:creationId xmlns:a16="http://schemas.microsoft.com/office/drawing/2014/main" id="{44C34096-953A-7318-131B-111FB65E9F6E}"/>
                  </a:ext>
                </a:extLst>
              </p:cNvPr>
              <p:cNvGrpSpPr/>
              <p:nvPr/>
            </p:nvGrpSpPr>
            <p:grpSpPr>
              <a:xfrm>
                <a:off x="-6874038" y="-145052"/>
                <a:ext cx="8174555" cy="7003052"/>
                <a:chOff x="-3373649" y="-145052"/>
                <a:chExt cx="6912525" cy="7003052"/>
              </a:xfrm>
            </p:grpSpPr>
            <p:sp>
              <p:nvSpPr>
                <p:cNvPr id="4217" name="Rectangle 4216">
                  <a:extLst>
                    <a:ext uri="{FF2B5EF4-FFF2-40B4-BE49-F238E27FC236}">
                      <a16:creationId xmlns:a16="http://schemas.microsoft.com/office/drawing/2014/main" id="{CB280487-E5A1-8C4F-A9D9-402957CF80A5}"/>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18" name="Rectangle: Rounded Corners 4217">
                  <a:extLst>
                    <a:ext uri="{FF2B5EF4-FFF2-40B4-BE49-F238E27FC236}">
                      <a16:creationId xmlns:a16="http://schemas.microsoft.com/office/drawing/2014/main" id="{8C4EECC2-3348-EC7B-9D7B-418BD241B254}"/>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16" name="TextBox 4215">
                <a:extLst>
                  <a:ext uri="{FF2B5EF4-FFF2-40B4-BE49-F238E27FC236}">
                    <a16:creationId xmlns:a16="http://schemas.microsoft.com/office/drawing/2014/main" id="{4C3594E0-E11D-DF96-9357-20DFE70BC4A3}"/>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4212" name="TextBox 4211">
              <a:extLst>
                <a:ext uri="{FF2B5EF4-FFF2-40B4-BE49-F238E27FC236}">
                  <a16:creationId xmlns:a16="http://schemas.microsoft.com/office/drawing/2014/main" id="{615DC141-8A1E-A0FA-6556-4E190A23E323}"/>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4213" name="TextBox 4212">
              <a:extLst>
                <a:ext uri="{FF2B5EF4-FFF2-40B4-BE49-F238E27FC236}">
                  <a16:creationId xmlns:a16="http://schemas.microsoft.com/office/drawing/2014/main" id="{2A125E02-5EB6-0426-1A41-7EBA0A361A93}"/>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4214" name="TextBox 4213">
              <a:extLst>
                <a:ext uri="{FF2B5EF4-FFF2-40B4-BE49-F238E27FC236}">
                  <a16:creationId xmlns:a16="http://schemas.microsoft.com/office/drawing/2014/main" id="{4A506257-3BBA-BCA3-9A5E-68A0C6B61015}"/>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90439574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E39B973C-6217-49D7-9D51-1E411F0A8B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8209439-61BD-2F65-5F85-3E60FC7A7F4B}"/>
              </a:ext>
            </a:extLst>
          </p:cNvPr>
          <p:cNvSpPr txBox="1"/>
          <p:nvPr/>
        </p:nvSpPr>
        <p:spPr>
          <a:xfrm>
            <a:off x="9293500" y="26718"/>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pic>
        <p:nvPicPr>
          <p:cNvPr id="4" name="Picture 3">
            <a:extLst>
              <a:ext uri="{FF2B5EF4-FFF2-40B4-BE49-F238E27FC236}">
                <a16:creationId xmlns:a16="http://schemas.microsoft.com/office/drawing/2014/main" id="{DA9E324D-B676-4A7B-FFF1-FDC819BD4BB0}"/>
              </a:ext>
            </a:extLst>
          </p:cNvPr>
          <p:cNvPicPr>
            <a:picLocks noChangeAspect="1"/>
          </p:cNvPicPr>
          <p:nvPr/>
        </p:nvPicPr>
        <p:blipFill>
          <a:blip r:embed="rId3"/>
          <a:stretch>
            <a:fillRect/>
          </a:stretch>
        </p:blipFill>
        <p:spPr>
          <a:xfrm>
            <a:off x="0" y="0"/>
            <a:ext cx="8117445" cy="6858000"/>
          </a:xfrm>
          <a:prstGeom prst="rect">
            <a:avLst/>
          </a:prstGeom>
        </p:spPr>
      </p:pic>
      <p:pic>
        <p:nvPicPr>
          <p:cNvPr id="5" name="Picture 4">
            <a:extLst>
              <a:ext uri="{FF2B5EF4-FFF2-40B4-BE49-F238E27FC236}">
                <a16:creationId xmlns:a16="http://schemas.microsoft.com/office/drawing/2014/main" id="{77860A16-D9BF-28B1-574D-8834369CD106}"/>
              </a:ext>
            </a:extLst>
          </p:cNvPr>
          <p:cNvPicPr>
            <a:picLocks noChangeAspect="1"/>
          </p:cNvPicPr>
          <p:nvPr/>
        </p:nvPicPr>
        <p:blipFill>
          <a:blip r:embed="rId4"/>
          <a:stretch>
            <a:fillRect/>
          </a:stretch>
        </p:blipFill>
        <p:spPr>
          <a:xfrm>
            <a:off x="4470660" y="3801909"/>
            <a:ext cx="7721340" cy="3029373"/>
          </a:xfrm>
          <a:prstGeom prst="rect">
            <a:avLst/>
          </a:prstGeom>
        </p:spPr>
      </p:pic>
      <p:pic>
        <p:nvPicPr>
          <p:cNvPr id="7" name="Picture 6">
            <a:extLst>
              <a:ext uri="{FF2B5EF4-FFF2-40B4-BE49-F238E27FC236}">
                <a16:creationId xmlns:a16="http://schemas.microsoft.com/office/drawing/2014/main" id="{664BA798-CC06-5D1B-9C18-129D5D3CE7F2}"/>
              </a:ext>
            </a:extLst>
          </p:cNvPr>
          <p:cNvPicPr>
            <a:picLocks noChangeAspect="1"/>
          </p:cNvPicPr>
          <p:nvPr/>
        </p:nvPicPr>
        <p:blipFill>
          <a:blip r:embed="rId5"/>
          <a:stretch>
            <a:fillRect/>
          </a:stretch>
        </p:blipFill>
        <p:spPr>
          <a:xfrm>
            <a:off x="7955520" y="2307100"/>
            <a:ext cx="1912380" cy="1529903"/>
          </a:xfrm>
          <a:prstGeom prst="rect">
            <a:avLst/>
          </a:prstGeom>
        </p:spPr>
      </p:pic>
    </p:spTree>
    <p:extLst>
      <p:ext uri="{BB962C8B-B14F-4D97-AF65-F5344CB8AC3E}">
        <p14:creationId xmlns:p14="http://schemas.microsoft.com/office/powerpoint/2010/main" val="4208710720"/>
      </p:ext>
    </p:extLst>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08DAF03A-234E-F07A-42B7-428D0C3B8122}"/>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B39627C3-F770-552C-1665-4B1F503A45B4}"/>
              </a:ext>
            </a:extLst>
          </p:cNvPr>
          <p:cNvGrpSpPr/>
          <p:nvPr/>
        </p:nvGrpSpPr>
        <p:grpSpPr>
          <a:xfrm>
            <a:off x="484122" y="-52844"/>
            <a:ext cx="10984517" cy="6914472"/>
            <a:chOff x="-257563" y="10094754"/>
            <a:chExt cx="11518553" cy="6912123"/>
          </a:xfrm>
        </p:grpSpPr>
        <p:grpSp>
          <p:nvGrpSpPr>
            <p:cNvPr id="40" name="Group 39">
              <a:extLst>
                <a:ext uri="{FF2B5EF4-FFF2-40B4-BE49-F238E27FC236}">
                  <a16:creationId xmlns:a16="http://schemas.microsoft.com/office/drawing/2014/main" id="{44659DDD-9FE5-526C-341A-CF933E86BC7F}"/>
                </a:ext>
              </a:extLst>
            </p:cNvPr>
            <p:cNvGrpSpPr/>
            <p:nvPr/>
          </p:nvGrpSpPr>
          <p:grpSpPr>
            <a:xfrm>
              <a:off x="-257563" y="10148877"/>
              <a:ext cx="11518553" cy="6858000"/>
              <a:chOff x="-8035512" y="-1"/>
              <a:chExt cx="11518553" cy="6858000"/>
            </a:xfrm>
          </p:grpSpPr>
          <p:grpSp>
            <p:nvGrpSpPr>
              <p:cNvPr id="44" name="Group 43">
                <a:extLst>
                  <a:ext uri="{FF2B5EF4-FFF2-40B4-BE49-F238E27FC236}">
                    <a16:creationId xmlns:a16="http://schemas.microsoft.com/office/drawing/2014/main" id="{C5C6D2C0-F556-93FF-42AA-CB1BBFAC5782}"/>
                  </a:ext>
                </a:extLst>
              </p:cNvPr>
              <p:cNvGrpSpPr/>
              <p:nvPr/>
            </p:nvGrpSpPr>
            <p:grpSpPr>
              <a:xfrm>
                <a:off x="-8035512" y="-1"/>
                <a:ext cx="11437931" cy="6858000"/>
                <a:chOff x="-1114355" y="-1"/>
                <a:chExt cx="11437931" cy="6858000"/>
              </a:xfrm>
            </p:grpSpPr>
            <p:sp>
              <p:nvSpPr>
                <p:cNvPr id="46" name="Rectangle 45">
                  <a:extLst>
                    <a:ext uri="{FF2B5EF4-FFF2-40B4-BE49-F238E27FC236}">
                      <a16:creationId xmlns:a16="http://schemas.microsoft.com/office/drawing/2014/main" id="{1493BECA-1509-E243-A29B-E012E45F17C9}"/>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Rounded Corners 46">
                  <a:extLst>
                    <a:ext uri="{FF2B5EF4-FFF2-40B4-BE49-F238E27FC236}">
                      <a16:creationId xmlns:a16="http://schemas.microsoft.com/office/drawing/2014/main" id="{70830F8F-4929-1053-CA03-65665B2E6F28}"/>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TextBox 44">
                <a:extLst>
                  <a:ext uri="{FF2B5EF4-FFF2-40B4-BE49-F238E27FC236}">
                    <a16:creationId xmlns:a16="http://schemas.microsoft.com/office/drawing/2014/main" id="{811B48C3-E920-E97F-8A1A-BF390D8CA225}"/>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41" name="TextBox 40">
              <a:extLst>
                <a:ext uri="{FF2B5EF4-FFF2-40B4-BE49-F238E27FC236}">
                  <a16:creationId xmlns:a16="http://schemas.microsoft.com/office/drawing/2014/main" id="{7CD17531-7CD7-FE31-EC60-6A938FC5E114}"/>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42" name="TextBox 41">
              <a:extLst>
                <a:ext uri="{FF2B5EF4-FFF2-40B4-BE49-F238E27FC236}">
                  <a16:creationId xmlns:a16="http://schemas.microsoft.com/office/drawing/2014/main" id="{BAA7519B-B6FA-CBD6-EE93-AA411BC8BB91}"/>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43" name="TextBox 42">
              <a:extLst>
                <a:ext uri="{FF2B5EF4-FFF2-40B4-BE49-F238E27FC236}">
                  <a16:creationId xmlns:a16="http://schemas.microsoft.com/office/drawing/2014/main" id="{ADD3D4BE-AD8E-2755-9EF3-212D3E43F86A}"/>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48" name="Group 47">
            <a:extLst>
              <a:ext uri="{FF2B5EF4-FFF2-40B4-BE49-F238E27FC236}">
                <a16:creationId xmlns:a16="http://schemas.microsoft.com/office/drawing/2014/main" id="{3FC56D67-92DD-CD56-C407-6DBCC5897AA1}"/>
              </a:ext>
            </a:extLst>
          </p:cNvPr>
          <p:cNvGrpSpPr/>
          <p:nvPr/>
        </p:nvGrpSpPr>
        <p:grpSpPr>
          <a:xfrm>
            <a:off x="-9571576" y="-88702"/>
            <a:ext cx="11479063" cy="7352494"/>
            <a:chOff x="184608" y="7442200"/>
            <a:chExt cx="9066350" cy="7155049"/>
          </a:xfrm>
        </p:grpSpPr>
        <p:grpSp>
          <p:nvGrpSpPr>
            <p:cNvPr id="49" name="Group 48">
              <a:extLst>
                <a:ext uri="{FF2B5EF4-FFF2-40B4-BE49-F238E27FC236}">
                  <a16:creationId xmlns:a16="http://schemas.microsoft.com/office/drawing/2014/main" id="{1BDD71DD-0F85-3558-5CC7-4B71A0425FED}"/>
                </a:ext>
              </a:extLst>
            </p:cNvPr>
            <p:cNvGrpSpPr/>
            <p:nvPr/>
          </p:nvGrpSpPr>
          <p:grpSpPr>
            <a:xfrm>
              <a:off x="184608" y="7442200"/>
              <a:ext cx="9066350" cy="6858000"/>
              <a:chOff x="710860" y="711648"/>
              <a:chExt cx="9066350" cy="6858000"/>
            </a:xfrm>
          </p:grpSpPr>
          <p:grpSp>
            <p:nvGrpSpPr>
              <p:cNvPr id="53" name="Group 52">
                <a:extLst>
                  <a:ext uri="{FF2B5EF4-FFF2-40B4-BE49-F238E27FC236}">
                    <a16:creationId xmlns:a16="http://schemas.microsoft.com/office/drawing/2014/main" id="{17D4B429-4902-0F92-1A50-D2012ED5F392}"/>
                  </a:ext>
                </a:extLst>
              </p:cNvPr>
              <p:cNvGrpSpPr/>
              <p:nvPr/>
            </p:nvGrpSpPr>
            <p:grpSpPr>
              <a:xfrm>
                <a:off x="710860" y="711648"/>
                <a:ext cx="8936350" cy="6858000"/>
                <a:chOff x="-1172929" y="0"/>
                <a:chExt cx="8936350" cy="6858000"/>
              </a:xfrm>
            </p:grpSpPr>
            <p:sp>
              <p:nvSpPr>
                <p:cNvPr id="55" name="Rectangle 54">
                  <a:extLst>
                    <a:ext uri="{FF2B5EF4-FFF2-40B4-BE49-F238E27FC236}">
                      <a16:creationId xmlns:a16="http://schemas.microsoft.com/office/drawing/2014/main" id="{F497AB71-F4D1-FE39-19F9-C3A2AF7D60EB}"/>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Rounded Corners 55">
                  <a:extLst>
                    <a:ext uri="{FF2B5EF4-FFF2-40B4-BE49-F238E27FC236}">
                      <a16:creationId xmlns:a16="http://schemas.microsoft.com/office/drawing/2014/main" id="{5F7F7844-BBB6-26C8-AE02-A4AFF343EBD5}"/>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9E269322-ADD5-42B2-4176-1F343A7E130D}"/>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50" name="TextBox 49">
              <a:extLst>
                <a:ext uri="{FF2B5EF4-FFF2-40B4-BE49-F238E27FC236}">
                  <a16:creationId xmlns:a16="http://schemas.microsoft.com/office/drawing/2014/main" id="{47FE5BA6-7009-468A-0ABD-D5993DF5E7C2}"/>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51" name="TextBox 50">
              <a:extLst>
                <a:ext uri="{FF2B5EF4-FFF2-40B4-BE49-F238E27FC236}">
                  <a16:creationId xmlns:a16="http://schemas.microsoft.com/office/drawing/2014/main" id="{466EE7D5-B938-F439-811C-47890D5D36FD}"/>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52" name="TextBox 51">
              <a:extLst>
                <a:ext uri="{FF2B5EF4-FFF2-40B4-BE49-F238E27FC236}">
                  <a16:creationId xmlns:a16="http://schemas.microsoft.com/office/drawing/2014/main" id="{C092BE86-9725-E433-A722-EAA5D8FD1E25}"/>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57" name="Group 56">
            <a:extLst>
              <a:ext uri="{FF2B5EF4-FFF2-40B4-BE49-F238E27FC236}">
                <a16:creationId xmlns:a16="http://schemas.microsoft.com/office/drawing/2014/main" id="{E04D522B-07AE-F996-FEFE-52BBDA78DBB7}"/>
              </a:ext>
            </a:extLst>
          </p:cNvPr>
          <p:cNvGrpSpPr/>
          <p:nvPr/>
        </p:nvGrpSpPr>
        <p:grpSpPr>
          <a:xfrm>
            <a:off x="-9949919" y="-204585"/>
            <a:ext cx="11780522" cy="7153066"/>
            <a:chOff x="2040706" y="-4861072"/>
            <a:chExt cx="8471412" cy="7020361"/>
          </a:xfrm>
        </p:grpSpPr>
        <p:grpSp>
          <p:nvGrpSpPr>
            <p:cNvPr id="58" name="Group 57">
              <a:extLst>
                <a:ext uri="{FF2B5EF4-FFF2-40B4-BE49-F238E27FC236}">
                  <a16:creationId xmlns:a16="http://schemas.microsoft.com/office/drawing/2014/main" id="{00AC8AC4-BCD9-D8A6-282B-189EDEB3A94B}"/>
                </a:ext>
              </a:extLst>
            </p:cNvPr>
            <p:cNvGrpSpPr/>
            <p:nvPr/>
          </p:nvGrpSpPr>
          <p:grpSpPr>
            <a:xfrm>
              <a:off x="2040706" y="-4861072"/>
              <a:ext cx="8471412" cy="7020361"/>
              <a:chOff x="-6243967" y="-162361"/>
              <a:chExt cx="8471412" cy="7020361"/>
            </a:xfrm>
          </p:grpSpPr>
          <p:grpSp>
            <p:nvGrpSpPr>
              <p:cNvPr id="63" name="Group 62">
                <a:extLst>
                  <a:ext uri="{FF2B5EF4-FFF2-40B4-BE49-F238E27FC236}">
                    <a16:creationId xmlns:a16="http://schemas.microsoft.com/office/drawing/2014/main" id="{0BE9FF47-83DB-3077-8E43-7462F0136F83}"/>
                  </a:ext>
                </a:extLst>
              </p:cNvPr>
              <p:cNvGrpSpPr/>
              <p:nvPr/>
            </p:nvGrpSpPr>
            <p:grpSpPr>
              <a:xfrm>
                <a:off x="-6243967" y="-162361"/>
                <a:ext cx="8322886" cy="7020361"/>
                <a:chOff x="-3943236" y="-162361"/>
                <a:chExt cx="9695091" cy="7020361"/>
              </a:xfrm>
            </p:grpSpPr>
            <p:sp>
              <p:nvSpPr>
                <p:cNvPr id="4097" name="Rectangle 4096">
                  <a:extLst>
                    <a:ext uri="{FF2B5EF4-FFF2-40B4-BE49-F238E27FC236}">
                      <a16:creationId xmlns:a16="http://schemas.microsoft.com/office/drawing/2014/main" id="{76347BE8-B35D-256C-557B-C917391BBD54}"/>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98" name="Rectangle: Rounded Corners 4097">
                  <a:extLst>
                    <a:ext uri="{FF2B5EF4-FFF2-40B4-BE49-F238E27FC236}">
                      <a16:creationId xmlns:a16="http://schemas.microsoft.com/office/drawing/2014/main" id="{99766D95-B1F1-B2D2-7A97-76AC47CCCC42}"/>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96" name="TextBox 4095">
                <a:extLst>
                  <a:ext uri="{FF2B5EF4-FFF2-40B4-BE49-F238E27FC236}">
                    <a16:creationId xmlns:a16="http://schemas.microsoft.com/office/drawing/2014/main" id="{DD592F2B-67C3-5CA3-63B7-F48EB7ABF519}"/>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59" name="Group 58">
              <a:extLst>
                <a:ext uri="{FF2B5EF4-FFF2-40B4-BE49-F238E27FC236}">
                  <a16:creationId xmlns:a16="http://schemas.microsoft.com/office/drawing/2014/main" id="{BFCA6A60-68AF-6EB5-143F-032CB06E4AEB}"/>
                </a:ext>
              </a:extLst>
            </p:cNvPr>
            <p:cNvGrpSpPr/>
            <p:nvPr/>
          </p:nvGrpSpPr>
          <p:grpSpPr>
            <a:xfrm>
              <a:off x="2909913" y="-4836143"/>
              <a:ext cx="7562200" cy="5924589"/>
              <a:chOff x="2909913" y="-4836143"/>
              <a:chExt cx="7562200" cy="5924589"/>
            </a:xfrm>
          </p:grpSpPr>
          <p:sp>
            <p:nvSpPr>
              <p:cNvPr id="60" name="TextBox 59">
                <a:extLst>
                  <a:ext uri="{FF2B5EF4-FFF2-40B4-BE49-F238E27FC236}">
                    <a16:creationId xmlns:a16="http://schemas.microsoft.com/office/drawing/2014/main" id="{E2643088-E6B2-6FB0-B6AE-013440BCD97A}"/>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61" name="TextBox 60">
                <a:extLst>
                  <a:ext uri="{FF2B5EF4-FFF2-40B4-BE49-F238E27FC236}">
                    <a16:creationId xmlns:a16="http://schemas.microsoft.com/office/drawing/2014/main" id="{A65D56B2-77CB-5BF7-3BF6-E203AAA24B52}"/>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62" name="TextBox 61">
                <a:extLst>
                  <a:ext uri="{FF2B5EF4-FFF2-40B4-BE49-F238E27FC236}">
                    <a16:creationId xmlns:a16="http://schemas.microsoft.com/office/drawing/2014/main" id="{BB0A47D6-B940-B2F4-6046-CCBF87C39DE5}"/>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4099" name="Group 4098">
            <a:extLst>
              <a:ext uri="{FF2B5EF4-FFF2-40B4-BE49-F238E27FC236}">
                <a16:creationId xmlns:a16="http://schemas.microsoft.com/office/drawing/2014/main" id="{A4FEAE9D-7B80-4BA5-3192-1A8AF0CE3A54}"/>
              </a:ext>
            </a:extLst>
          </p:cNvPr>
          <p:cNvGrpSpPr/>
          <p:nvPr/>
        </p:nvGrpSpPr>
        <p:grpSpPr>
          <a:xfrm>
            <a:off x="-11708979" y="-88702"/>
            <a:ext cx="13539582" cy="7352494"/>
            <a:chOff x="1174527" y="8379854"/>
            <a:chExt cx="8293851" cy="7003052"/>
          </a:xfrm>
        </p:grpSpPr>
        <p:grpSp>
          <p:nvGrpSpPr>
            <p:cNvPr id="4100" name="Group 4099">
              <a:extLst>
                <a:ext uri="{FF2B5EF4-FFF2-40B4-BE49-F238E27FC236}">
                  <a16:creationId xmlns:a16="http://schemas.microsoft.com/office/drawing/2014/main" id="{2DE5E927-78E3-5F1F-60AB-F98D4FC30872}"/>
                </a:ext>
              </a:extLst>
            </p:cNvPr>
            <p:cNvGrpSpPr/>
            <p:nvPr/>
          </p:nvGrpSpPr>
          <p:grpSpPr>
            <a:xfrm>
              <a:off x="1174527" y="8379854"/>
              <a:ext cx="8293851" cy="7003052"/>
              <a:chOff x="-6874038" y="-145052"/>
              <a:chExt cx="8293851" cy="7003052"/>
            </a:xfrm>
          </p:grpSpPr>
          <p:grpSp>
            <p:nvGrpSpPr>
              <p:cNvPr id="4104" name="Group 4103">
                <a:extLst>
                  <a:ext uri="{FF2B5EF4-FFF2-40B4-BE49-F238E27FC236}">
                    <a16:creationId xmlns:a16="http://schemas.microsoft.com/office/drawing/2014/main" id="{9F72C1EF-5DFA-B059-8242-E7465667F28A}"/>
                  </a:ext>
                </a:extLst>
              </p:cNvPr>
              <p:cNvGrpSpPr/>
              <p:nvPr/>
            </p:nvGrpSpPr>
            <p:grpSpPr>
              <a:xfrm>
                <a:off x="-6874038" y="-145052"/>
                <a:ext cx="8174555" cy="7003052"/>
                <a:chOff x="-3373649" y="-145052"/>
                <a:chExt cx="6912525" cy="7003052"/>
              </a:xfrm>
            </p:grpSpPr>
            <p:sp>
              <p:nvSpPr>
                <p:cNvPr id="4106" name="Rectangle 4105">
                  <a:extLst>
                    <a:ext uri="{FF2B5EF4-FFF2-40B4-BE49-F238E27FC236}">
                      <a16:creationId xmlns:a16="http://schemas.microsoft.com/office/drawing/2014/main" id="{2EDA7F3B-21CD-B765-DCC6-41DB54BFF929}"/>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7" name="Rectangle: Rounded Corners 4106">
                  <a:extLst>
                    <a:ext uri="{FF2B5EF4-FFF2-40B4-BE49-F238E27FC236}">
                      <a16:creationId xmlns:a16="http://schemas.microsoft.com/office/drawing/2014/main" id="{E1058BC9-6F85-98A1-2D0D-D22705F77669}"/>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105" name="TextBox 4104">
                <a:extLst>
                  <a:ext uri="{FF2B5EF4-FFF2-40B4-BE49-F238E27FC236}">
                    <a16:creationId xmlns:a16="http://schemas.microsoft.com/office/drawing/2014/main" id="{9FCEDE3E-60F2-44B2-CE79-EA594A85BE57}"/>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4101" name="TextBox 4100">
              <a:extLst>
                <a:ext uri="{FF2B5EF4-FFF2-40B4-BE49-F238E27FC236}">
                  <a16:creationId xmlns:a16="http://schemas.microsoft.com/office/drawing/2014/main" id="{B8BA9E15-6CB8-D185-4A0A-8CDA49CD0A26}"/>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4102" name="TextBox 4101">
              <a:extLst>
                <a:ext uri="{FF2B5EF4-FFF2-40B4-BE49-F238E27FC236}">
                  <a16:creationId xmlns:a16="http://schemas.microsoft.com/office/drawing/2014/main" id="{2AF6E801-7BC5-CBB4-4799-964D0F8F9665}"/>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4103" name="TextBox 4102">
              <a:extLst>
                <a:ext uri="{FF2B5EF4-FFF2-40B4-BE49-F238E27FC236}">
                  <a16:creationId xmlns:a16="http://schemas.microsoft.com/office/drawing/2014/main" id="{3C46F537-47F4-9B24-CF54-00342FC318C5}"/>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482263708"/>
      </p:ext>
    </p:extLst>
  </p:cSld>
  <p:clrMapOvr>
    <a:masterClrMapping/>
  </p:clrMapOvr>
  <p:transition spd="slow">
    <p:push dir="r"/>
  </p:transition>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4226D20F-A73D-90A5-EA90-776782091ADF}"/>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9DA683F1-2F97-6B1C-2B4F-020E28C034F4}"/>
              </a:ext>
            </a:extLst>
          </p:cNvPr>
          <p:cNvGrpSpPr/>
          <p:nvPr/>
        </p:nvGrpSpPr>
        <p:grpSpPr>
          <a:xfrm>
            <a:off x="484122" y="-52844"/>
            <a:ext cx="10984517" cy="6914472"/>
            <a:chOff x="-257563" y="10094754"/>
            <a:chExt cx="11518553" cy="6912123"/>
          </a:xfrm>
        </p:grpSpPr>
        <p:grpSp>
          <p:nvGrpSpPr>
            <p:cNvPr id="40" name="Group 39">
              <a:extLst>
                <a:ext uri="{FF2B5EF4-FFF2-40B4-BE49-F238E27FC236}">
                  <a16:creationId xmlns:a16="http://schemas.microsoft.com/office/drawing/2014/main" id="{02C08F12-CA6F-83A5-A70F-85F18F93C805}"/>
                </a:ext>
              </a:extLst>
            </p:cNvPr>
            <p:cNvGrpSpPr/>
            <p:nvPr/>
          </p:nvGrpSpPr>
          <p:grpSpPr>
            <a:xfrm>
              <a:off x="-257563" y="10148877"/>
              <a:ext cx="11518553" cy="6858000"/>
              <a:chOff x="-8035512" y="-1"/>
              <a:chExt cx="11518553" cy="6858000"/>
            </a:xfrm>
          </p:grpSpPr>
          <p:grpSp>
            <p:nvGrpSpPr>
              <p:cNvPr id="44" name="Group 43">
                <a:extLst>
                  <a:ext uri="{FF2B5EF4-FFF2-40B4-BE49-F238E27FC236}">
                    <a16:creationId xmlns:a16="http://schemas.microsoft.com/office/drawing/2014/main" id="{8B3AD4D2-1696-FACE-AB18-A5440F6ACD1A}"/>
                  </a:ext>
                </a:extLst>
              </p:cNvPr>
              <p:cNvGrpSpPr/>
              <p:nvPr/>
            </p:nvGrpSpPr>
            <p:grpSpPr>
              <a:xfrm>
                <a:off x="-8035512" y="-1"/>
                <a:ext cx="11437931" cy="6858000"/>
                <a:chOff x="-1114355" y="-1"/>
                <a:chExt cx="11437931" cy="6858000"/>
              </a:xfrm>
            </p:grpSpPr>
            <p:sp>
              <p:nvSpPr>
                <p:cNvPr id="46" name="Rectangle 45">
                  <a:extLst>
                    <a:ext uri="{FF2B5EF4-FFF2-40B4-BE49-F238E27FC236}">
                      <a16:creationId xmlns:a16="http://schemas.microsoft.com/office/drawing/2014/main" id="{8538DE5F-48BA-5EFD-AFB9-636A5DFD7DB7}"/>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Rounded Corners 46">
                  <a:extLst>
                    <a:ext uri="{FF2B5EF4-FFF2-40B4-BE49-F238E27FC236}">
                      <a16:creationId xmlns:a16="http://schemas.microsoft.com/office/drawing/2014/main" id="{1DA31D3C-1A38-92FB-BC83-25519D4F025C}"/>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TextBox 44">
                <a:extLst>
                  <a:ext uri="{FF2B5EF4-FFF2-40B4-BE49-F238E27FC236}">
                    <a16:creationId xmlns:a16="http://schemas.microsoft.com/office/drawing/2014/main" id="{BA186B35-1221-BE0B-5380-FDCE2086C2C6}"/>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41" name="TextBox 40">
              <a:extLst>
                <a:ext uri="{FF2B5EF4-FFF2-40B4-BE49-F238E27FC236}">
                  <a16:creationId xmlns:a16="http://schemas.microsoft.com/office/drawing/2014/main" id="{FDDAA2A1-20D7-C34D-AE66-13A3CE669D48}"/>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42" name="TextBox 41">
              <a:extLst>
                <a:ext uri="{FF2B5EF4-FFF2-40B4-BE49-F238E27FC236}">
                  <a16:creationId xmlns:a16="http://schemas.microsoft.com/office/drawing/2014/main" id="{F8FEA77B-53BF-F3DA-039D-F4676A902A0E}"/>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43" name="TextBox 42">
              <a:extLst>
                <a:ext uri="{FF2B5EF4-FFF2-40B4-BE49-F238E27FC236}">
                  <a16:creationId xmlns:a16="http://schemas.microsoft.com/office/drawing/2014/main" id="{52FFE110-D692-4225-ED94-97C46906796E}"/>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48" name="Group 47">
            <a:extLst>
              <a:ext uri="{FF2B5EF4-FFF2-40B4-BE49-F238E27FC236}">
                <a16:creationId xmlns:a16="http://schemas.microsoft.com/office/drawing/2014/main" id="{946AAD1A-67E1-08B0-DCEC-336D152C370A}"/>
              </a:ext>
            </a:extLst>
          </p:cNvPr>
          <p:cNvGrpSpPr/>
          <p:nvPr/>
        </p:nvGrpSpPr>
        <p:grpSpPr>
          <a:xfrm>
            <a:off x="-55497" y="-88702"/>
            <a:ext cx="11479063" cy="7352494"/>
            <a:chOff x="184608" y="7442200"/>
            <a:chExt cx="9066350" cy="7155049"/>
          </a:xfrm>
        </p:grpSpPr>
        <p:grpSp>
          <p:nvGrpSpPr>
            <p:cNvPr id="49" name="Group 48">
              <a:extLst>
                <a:ext uri="{FF2B5EF4-FFF2-40B4-BE49-F238E27FC236}">
                  <a16:creationId xmlns:a16="http://schemas.microsoft.com/office/drawing/2014/main" id="{F5C4EA7D-368A-C8EE-6B58-A61CACBCCCCD}"/>
                </a:ext>
              </a:extLst>
            </p:cNvPr>
            <p:cNvGrpSpPr/>
            <p:nvPr/>
          </p:nvGrpSpPr>
          <p:grpSpPr>
            <a:xfrm>
              <a:off x="184608" y="7442200"/>
              <a:ext cx="9066350" cy="6858000"/>
              <a:chOff x="710860" y="711648"/>
              <a:chExt cx="9066350" cy="6858000"/>
            </a:xfrm>
          </p:grpSpPr>
          <p:grpSp>
            <p:nvGrpSpPr>
              <p:cNvPr id="53" name="Group 52">
                <a:extLst>
                  <a:ext uri="{FF2B5EF4-FFF2-40B4-BE49-F238E27FC236}">
                    <a16:creationId xmlns:a16="http://schemas.microsoft.com/office/drawing/2014/main" id="{B22E77E8-6A19-76F0-B2A9-A4DFE706AEB6}"/>
                  </a:ext>
                </a:extLst>
              </p:cNvPr>
              <p:cNvGrpSpPr/>
              <p:nvPr/>
            </p:nvGrpSpPr>
            <p:grpSpPr>
              <a:xfrm>
                <a:off x="710860" y="711648"/>
                <a:ext cx="8936350" cy="6858000"/>
                <a:chOff x="-1172929" y="0"/>
                <a:chExt cx="8936350" cy="6858000"/>
              </a:xfrm>
            </p:grpSpPr>
            <p:sp>
              <p:nvSpPr>
                <p:cNvPr id="55" name="Rectangle 54">
                  <a:extLst>
                    <a:ext uri="{FF2B5EF4-FFF2-40B4-BE49-F238E27FC236}">
                      <a16:creationId xmlns:a16="http://schemas.microsoft.com/office/drawing/2014/main" id="{1ED0DE1F-6230-39E2-A0DD-889DFCF96B22}"/>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Rounded Corners 55">
                  <a:extLst>
                    <a:ext uri="{FF2B5EF4-FFF2-40B4-BE49-F238E27FC236}">
                      <a16:creationId xmlns:a16="http://schemas.microsoft.com/office/drawing/2014/main" id="{44DABF6F-227D-3FE9-2E0F-F7B2DA601435}"/>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3A197391-063D-8AA6-1C66-70B94333148E}"/>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50" name="TextBox 49">
              <a:extLst>
                <a:ext uri="{FF2B5EF4-FFF2-40B4-BE49-F238E27FC236}">
                  <a16:creationId xmlns:a16="http://schemas.microsoft.com/office/drawing/2014/main" id="{2F4D8145-B716-2358-65D0-FE54D2FD5A25}"/>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51" name="TextBox 50">
              <a:extLst>
                <a:ext uri="{FF2B5EF4-FFF2-40B4-BE49-F238E27FC236}">
                  <a16:creationId xmlns:a16="http://schemas.microsoft.com/office/drawing/2014/main" id="{199B7875-0E57-29EB-5E69-30270360FB56}"/>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52" name="TextBox 51">
              <a:extLst>
                <a:ext uri="{FF2B5EF4-FFF2-40B4-BE49-F238E27FC236}">
                  <a16:creationId xmlns:a16="http://schemas.microsoft.com/office/drawing/2014/main" id="{DB1FDC7F-CD0E-0153-1E00-60365F8C3CE5}"/>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57" name="Group 56">
            <a:extLst>
              <a:ext uri="{FF2B5EF4-FFF2-40B4-BE49-F238E27FC236}">
                <a16:creationId xmlns:a16="http://schemas.microsoft.com/office/drawing/2014/main" id="{CE24EB27-1385-0C9A-C840-855AB8002B37}"/>
              </a:ext>
            </a:extLst>
          </p:cNvPr>
          <p:cNvGrpSpPr/>
          <p:nvPr/>
        </p:nvGrpSpPr>
        <p:grpSpPr>
          <a:xfrm>
            <a:off x="-9949919" y="-204585"/>
            <a:ext cx="11780522" cy="7153066"/>
            <a:chOff x="2040706" y="-4861072"/>
            <a:chExt cx="8471412" cy="7020361"/>
          </a:xfrm>
        </p:grpSpPr>
        <p:grpSp>
          <p:nvGrpSpPr>
            <p:cNvPr id="58" name="Group 57">
              <a:extLst>
                <a:ext uri="{FF2B5EF4-FFF2-40B4-BE49-F238E27FC236}">
                  <a16:creationId xmlns:a16="http://schemas.microsoft.com/office/drawing/2014/main" id="{F853345A-1C00-D68E-0462-1EAB5A91C449}"/>
                </a:ext>
              </a:extLst>
            </p:cNvPr>
            <p:cNvGrpSpPr/>
            <p:nvPr/>
          </p:nvGrpSpPr>
          <p:grpSpPr>
            <a:xfrm>
              <a:off x="2040706" y="-4861072"/>
              <a:ext cx="8471412" cy="7020361"/>
              <a:chOff x="-6243967" y="-162361"/>
              <a:chExt cx="8471412" cy="7020361"/>
            </a:xfrm>
          </p:grpSpPr>
          <p:grpSp>
            <p:nvGrpSpPr>
              <p:cNvPr id="63" name="Group 62">
                <a:extLst>
                  <a:ext uri="{FF2B5EF4-FFF2-40B4-BE49-F238E27FC236}">
                    <a16:creationId xmlns:a16="http://schemas.microsoft.com/office/drawing/2014/main" id="{10DE51D4-B095-133E-B636-8EEC6BBE3B25}"/>
                  </a:ext>
                </a:extLst>
              </p:cNvPr>
              <p:cNvGrpSpPr/>
              <p:nvPr/>
            </p:nvGrpSpPr>
            <p:grpSpPr>
              <a:xfrm>
                <a:off x="-6243967" y="-162361"/>
                <a:ext cx="8322886" cy="7020361"/>
                <a:chOff x="-3943236" y="-162361"/>
                <a:chExt cx="9695091" cy="7020361"/>
              </a:xfrm>
            </p:grpSpPr>
            <p:sp>
              <p:nvSpPr>
                <p:cNvPr id="5121" name="Rectangle 5120">
                  <a:extLst>
                    <a:ext uri="{FF2B5EF4-FFF2-40B4-BE49-F238E27FC236}">
                      <a16:creationId xmlns:a16="http://schemas.microsoft.com/office/drawing/2014/main" id="{A3E8A056-7C8E-3EE7-E4BF-8AE6FD216C2B}"/>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2" name="Rectangle: Rounded Corners 5121">
                  <a:extLst>
                    <a:ext uri="{FF2B5EF4-FFF2-40B4-BE49-F238E27FC236}">
                      <a16:creationId xmlns:a16="http://schemas.microsoft.com/office/drawing/2014/main" id="{0BDBCBA4-C191-6439-97AF-13C8DE533297}"/>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20" name="TextBox 5119">
                <a:extLst>
                  <a:ext uri="{FF2B5EF4-FFF2-40B4-BE49-F238E27FC236}">
                    <a16:creationId xmlns:a16="http://schemas.microsoft.com/office/drawing/2014/main" id="{D4FCFEE3-4290-B1BD-86BD-CF37F90A9BC1}"/>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59" name="Group 58">
              <a:extLst>
                <a:ext uri="{FF2B5EF4-FFF2-40B4-BE49-F238E27FC236}">
                  <a16:creationId xmlns:a16="http://schemas.microsoft.com/office/drawing/2014/main" id="{A446492C-D665-CF97-CBB4-BF5522CE0575}"/>
                </a:ext>
              </a:extLst>
            </p:cNvPr>
            <p:cNvGrpSpPr/>
            <p:nvPr/>
          </p:nvGrpSpPr>
          <p:grpSpPr>
            <a:xfrm>
              <a:off x="2909913" y="-4836143"/>
              <a:ext cx="7562200" cy="5924589"/>
              <a:chOff x="2909913" y="-4836143"/>
              <a:chExt cx="7562200" cy="5924589"/>
            </a:xfrm>
          </p:grpSpPr>
          <p:sp>
            <p:nvSpPr>
              <p:cNvPr id="60" name="TextBox 59">
                <a:extLst>
                  <a:ext uri="{FF2B5EF4-FFF2-40B4-BE49-F238E27FC236}">
                    <a16:creationId xmlns:a16="http://schemas.microsoft.com/office/drawing/2014/main" id="{E8B61212-6EB2-7E39-CF7C-4D845D5A2F6C}"/>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61" name="TextBox 60">
                <a:extLst>
                  <a:ext uri="{FF2B5EF4-FFF2-40B4-BE49-F238E27FC236}">
                    <a16:creationId xmlns:a16="http://schemas.microsoft.com/office/drawing/2014/main" id="{B644D2BA-0D16-8146-8925-190C83311031}"/>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62" name="TextBox 61">
                <a:extLst>
                  <a:ext uri="{FF2B5EF4-FFF2-40B4-BE49-F238E27FC236}">
                    <a16:creationId xmlns:a16="http://schemas.microsoft.com/office/drawing/2014/main" id="{68757C55-6E8B-C0A8-995B-2DF25B25FC4F}"/>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5123" name="Group 5122">
            <a:extLst>
              <a:ext uri="{FF2B5EF4-FFF2-40B4-BE49-F238E27FC236}">
                <a16:creationId xmlns:a16="http://schemas.microsoft.com/office/drawing/2014/main" id="{134D6F4D-28CC-8E64-8F89-9E9A0FA1264C}"/>
              </a:ext>
            </a:extLst>
          </p:cNvPr>
          <p:cNvGrpSpPr/>
          <p:nvPr/>
        </p:nvGrpSpPr>
        <p:grpSpPr>
          <a:xfrm>
            <a:off x="-11708979" y="-88702"/>
            <a:ext cx="13539582" cy="7352494"/>
            <a:chOff x="1174527" y="8379854"/>
            <a:chExt cx="8293851" cy="7003052"/>
          </a:xfrm>
        </p:grpSpPr>
        <p:grpSp>
          <p:nvGrpSpPr>
            <p:cNvPr id="5124" name="Group 5123">
              <a:extLst>
                <a:ext uri="{FF2B5EF4-FFF2-40B4-BE49-F238E27FC236}">
                  <a16:creationId xmlns:a16="http://schemas.microsoft.com/office/drawing/2014/main" id="{7528E9D7-F267-68A6-1E36-374F00E6A2F8}"/>
                </a:ext>
              </a:extLst>
            </p:cNvPr>
            <p:cNvGrpSpPr/>
            <p:nvPr/>
          </p:nvGrpSpPr>
          <p:grpSpPr>
            <a:xfrm>
              <a:off x="1174527" y="8379854"/>
              <a:ext cx="8293851" cy="7003052"/>
              <a:chOff x="-6874038" y="-145052"/>
              <a:chExt cx="8293851" cy="7003052"/>
            </a:xfrm>
          </p:grpSpPr>
          <p:grpSp>
            <p:nvGrpSpPr>
              <p:cNvPr id="5128" name="Group 5127">
                <a:extLst>
                  <a:ext uri="{FF2B5EF4-FFF2-40B4-BE49-F238E27FC236}">
                    <a16:creationId xmlns:a16="http://schemas.microsoft.com/office/drawing/2014/main" id="{51CF6B71-FD59-5FA4-A876-32BC57E856A5}"/>
                  </a:ext>
                </a:extLst>
              </p:cNvPr>
              <p:cNvGrpSpPr/>
              <p:nvPr/>
            </p:nvGrpSpPr>
            <p:grpSpPr>
              <a:xfrm>
                <a:off x="-6874038" y="-145052"/>
                <a:ext cx="8174555" cy="7003052"/>
                <a:chOff x="-3373649" y="-145052"/>
                <a:chExt cx="6912525" cy="7003052"/>
              </a:xfrm>
            </p:grpSpPr>
            <p:sp>
              <p:nvSpPr>
                <p:cNvPr id="5130" name="Rectangle 5129">
                  <a:extLst>
                    <a:ext uri="{FF2B5EF4-FFF2-40B4-BE49-F238E27FC236}">
                      <a16:creationId xmlns:a16="http://schemas.microsoft.com/office/drawing/2014/main" id="{EB405C28-121E-FC81-A68D-403F220DE8D3}"/>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1" name="Rectangle: Rounded Corners 5130">
                  <a:extLst>
                    <a:ext uri="{FF2B5EF4-FFF2-40B4-BE49-F238E27FC236}">
                      <a16:creationId xmlns:a16="http://schemas.microsoft.com/office/drawing/2014/main" id="{9F6EFF7F-D970-FB40-B55C-DBF7E21F0BC6}"/>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129" name="TextBox 5128">
                <a:extLst>
                  <a:ext uri="{FF2B5EF4-FFF2-40B4-BE49-F238E27FC236}">
                    <a16:creationId xmlns:a16="http://schemas.microsoft.com/office/drawing/2014/main" id="{F7ECB85E-76EB-ED25-C394-B2AF0C70BBBD}"/>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5125" name="TextBox 5124">
              <a:extLst>
                <a:ext uri="{FF2B5EF4-FFF2-40B4-BE49-F238E27FC236}">
                  <a16:creationId xmlns:a16="http://schemas.microsoft.com/office/drawing/2014/main" id="{2FD8A0D1-4C97-C343-F7E4-8A0542437E94}"/>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5126" name="TextBox 5125">
              <a:extLst>
                <a:ext uri="{FF2B5EF4-FFF2-40B4-BE49-F238E27FC236}">
                  <a16:creationId xmlns:a16="http://schemas.microsoft.com/office/drawing/2014/main" id="{4E1D53B0-73C3-2302-1859-10D16AA2CDC9}"/>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5127" name="TextBox 5126">
              <a:extLst>
                <a:ext uri="{FF2B5EF4-FFF2-40B4-BE49-F238E27FC236}">
                  <a16:creationId xmlns:a16="http://schemas.microsoft.com/office/drawing/2014/main" id="{1D37D220-58FF-C95C-7DC4-B074D829E4E6}"/>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14757679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5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D525E1F4-48D7-9769-E5DB-9BA694CA836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5CC66BE-E5D3-5EF0-20F7-3C6B7074A176}"/>
              </a:ext>
            </a:extLst>
          </p:cNvPr>
          <p:cNvPicPr>
            <a:picLocks noChangeAspect="1"/>
          </p:cNvPicPr>
          <p:nvPr/>
        </p:nvPicPr>
        <p:blipFill>
          <a:blip r:embed="rId3"/>
          <a:stretch>
            <a:fillRect/>
          </a:stretch>
        </p:blipFill>
        <p:spPr>
          <a:xfrm>
            <a:off x="564328" y="3044646"/>
            <a:ext cx="10491843" cy="3721100"/>
          </a:xfrm>
          <a:prstGeom prst="rect">
            <a:avLst/>
          </a:prstGeom>
        </p:spPr>
      </p:pic>
      <p:sp>
        <p:nvSpPr>
          <p:cNvPr id="2" name="TextBox 1">
            <a:extLst>
              <a:ext uri="{FF2B5EF4-FFF2-40B4-BE49-F238E27FC236}">
                <a16:creationId xmlns:a16="http://schemas.microsoft.com/office/drawing/2014/main" id="{45A620C2-2D7D-3DAC-1411-3ABA93C727BB}"/>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03</a:t>
            </a:r>
          </a:p>
        </p:txBody>
      </p:sp>
      <p:pic>
        <p:nvPicPr>
          <p:cNvPr id="9" name="Picture 8">
            <a:extLst>
              <a:ext uri="{FF2B5EF4-FFF2-40B4-BE49-F238E27FC236}">
                <a16:creationId xmlns:a16="http://schemas.microsoft.com/office/drawing/2014/main" id="{B75B9A80-A56B-0FE7-0471-7B3C2393BB0C}"/>
              </a:ext>
            </a:extLst>
          </p:cNvPr>
          <p:cNvPicPr>
            <a:picLocks noChangeAspect="1"/>
          </p:cNvPicPr>
          <p:nvPr/>
        </p:nvPicPr>
        <p:blipFill>
          <a:blip r:embed="rId4"/>
          <a:stretch>
            <a:fillRect/>
          </a:stretch>
        </p:blipFill>
        <p:spPr>
          <a:xfrm>
            <a:off x="564328" y="786906"/>
            <a:ext cx="3286584" cy="2257740"/>
          </a:xfrm>
          <a:prstGeom prst="rect">
            <a:avLst/>
          </a:prstGeom>
        </p:spPr>
      </p:pic>
    </p:spTree>
    <p:extLst>
      <p:ext uri="{BB962C8B-B14F-4D97-AF65-F5344CB8AC3E}">
        <p14:creationId xmlns:p14="http://schemas.microsoft.com/office/powerpoint/2010/main" val="1523029517"/>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58607847-4D63-7AB6-DA05-5D923C54627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2EC20B8-5F9E-F4E9-E18E-05C0198A48FF}"/>
              </a:ext>
            </a:extLst>
          </p:cNvPr>
          <p:cNvPicPr>
            <a:picLocks noChangeAspect="1"/>
          </p:cNvPicPr>
          <p:nvPr/>
        </p:nvPicPr>
        <p:blipFill>
          <a:blip r:embed="rId3"/>
          <a:stretch>
            <a:fillRect/>
          </a:stretch>
        </p:blipFill>
        <p:spPr>
          <a:xfrm>
            <a:off x="0" y="0"/>
            <a:ext cx="5554413" cy="6858000"/>
          </a:xfrm>
          <a:prstGeom prst="rect">
            <a:avLst/>
          </a:prstGeom>
        </p:spPr>
      </p:pic>
      <p:pic>
        <p:nvPicPr>
          <p:cNvPr id="7" name="Picture 6">
            <a:extLst>
              <a:ext uri="{FF2B5EF4-FFF2-40B4-BE49-F238E27FC236}">
                <a16:creationId xmlns:a16="http://schemas.microsoft.com/office/drawing/2014/main" id="{78570509-C0DC-6B1B-F356-B0C6DFAB9446}"/>
              </a:ext>
            </a:extLst>
          </p:cNvPr>
          <p:cNvPicPr>
            <a:picLocks noChangeAspect="1"/>
          </p:cNvPicPr>
          <p:nvPr/>
        </p:nvPicPr>
        <p:blipFill>
          <a:blip r:embed="rId4"/>
          <a:srcRect t="10564" r="24140"/>
          <a:stretch/>
        </p:blipFill>
        <p:spPr>
          <a:xfrm>
            <a:off x="5554413" y="2692075"/>
            <a:ext cx="6337765" cy="4072575"/>
          </a:xfrm>
          <a:prstGeom prst="rect">
            <a:avLst/>
          </a:prstGeom>
        </p:spPr>
      </p:pic>
      <p:sp>
        <p:nvSpPr>
          <p:cNvPr id="2" name="TextBox 1">
            <a:extLst>
              <a:ext uri="{FF2B5EF4-FFF2-40B4-BE49-F238E27FC236}">
                <a16:creationId xmlns:a16="http://schemas.microsoft.com/office/drawing/2014/main" id="{CE055DA5-BE62-3F51-B26A-D5E443A75D16}"/>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03</a:t>
            </a:r>
          </a:p>
        </p:txBody>
      </p:sp>
      <p:pic>
        <p:nvPicPr>
          <p:cNvPr id="6" name="Picture 5">
            <a:extLst>
              <a:ext uri="{FF2B5EF4-FFF2-40B4-BE49-F238E27FC236}">
                <a16:creationId xmlns:a16="http://schemas.microsoft.com/office/drawing/2014/main" id="{300F7DF0-5E45-9667-0325-53726299BFEA}"/>
              </a:ext>
            </a:extLst>
          </p:cNvPr>
          <p:cNvPicPr>
            <a:picLocks noChangeAspect="1"/>
          </p:cNvPicPr>
          <p:nvPr/>
        </p:nvPicPr>
        <p:blipFill>
          <a:blip r:embed="rId5"/>
          <a:stretch>
            <a:fillRect/>
          </a:stretch>
        </p:blipFill>
        <p:spPr>
          <a:xfrm>
            <a:off x="5554413" y="93350"/>
            <a:ext cx="3286584" cy="2257740"/>
          </a:xfrm>
          <a:prstGeom prst="rect">
            <a:avLst/>
          </a:prstGeom>
        </p:spPr>
      </p:pic>
    </p:spTree>
    <p:extLst>
      <p:ext uri="{BB962C8B-B14F-4D97-AF65-F5344CB8AC3E}">
        <p14:creationId xmlns:p14="http://schemas.microsoft.com/office/powerpoint/2010/main" val="799084997"/>
      </p:ext>
    </p:extLst>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82FE3518-CFFF-E653-603B-EAAF3B8689C8}"/>
            </a:ext>
          </a:extLst>
        </p:cNvPr>
        <p:cNvGrpSpPr/>
        <p:nvPr/>
      </p:nvGrpSpPr>
      <p:grpSpPr>
        <a:xfrm>
          <a:off x="0" y="0"/>
          <a:ext cx="0" cy="0"/>
          <a:chOff x="0" y="0"/>
          <a:chExt cx="0" cy="0"/>
        </a:xfrm>
      </p:grpSpPr>
      <p:grpSp>
        <p:nvGrpSpPr>
          <p:cNvPr id="49" name="Group 48">
            <a:extLst>
              <a:ext uri="{FF2B5EF4-FFF2-40B4-BE49-F238E27FC236}">
                <a16:creationId xmlns:a16="http://schemas.microsoft.com/office/drawing/2014/main" id="{5292B2CE-639C-0777-1FFF-332EFE625CAB}"/>
              </a:ext>
            </a:extLst>
          </p:cNvPr>
          <p:cNvGrpSpPr/>
          <p:nvPr/>
        </p:nvGrpSpPr>
        <p:grpSpPr>
          <a:xfrm>
            <a:off x="484122" y="-52844"/>
            <a:ext cx="10984517" cy="6914472"/>
            <a:chOff x="-257563" y="10094754"/>
            <a:chExt cx="11518553" cy="6912123"/>
          </a:xfrm>
        </p:grpSpPr>
        <p:grpSp>
          <p:nvGrpSpPr>
            <p:cNvPr id="50" name="Group 49">
              <a:extLst>
                <a:ext uri="{FF2B5EF4-FFF2-40B4-BE49-F238E27FC236}">
                  <a16:creationId xmlns:a16="http://schemas.microsoft.com/office/drawing/2014/main" id="{A471E50F-2F55-CC88-4D8D-05DFC9F23C42}"/>
                </a:ext>
              </a:extLst>
            </p:cNvPr>
            <p:cNvGrpSpPr/>
            <p:nvPr/>
          </p:nvGrpSpPr>
          <p:grpSpPr>
            <a:xfrm>
              <a:off x="-257563" y="10148877"/>
              <a:ext cx="11518553" cy="6858000"/>
              <a:chOff x="-8035512" y="-1"/>
              <a:chExt cx="11518553" cy="6858000"/>
            </a:xfrm>
          </p:grpSpPr>
          <p:grpSp>
            <p:nvGrpSpPr>
              <p:cNvPr id="54" name="Group 53">
                <a:extLst>
                  <a:ext uri="{FF2B5EF4-FFF2-40B4-BE49-F238E27FC236}">
                    <a16:creationId xmlns:a16="http://schemas.microsoft.com/office/drawing/2014/main" id="{11A00602-0B22-2237-6D44-8864D1329E4E}"/>
                  </a:ext>
                </a:extLst>
              </p:cNvPr>
              <p:cNvGrpSpPr/>
              <p:nvPr/>
            </p:nvGrpSpPr>
            <p:grpSpPr>
              <a:xfrm>
                <a:off x="-8035512" y="-1"/>
                <a:ext cx="11437931" cy="6858000"/>
                <a:chOff x="-1114355" y="-1"/>
                <a:chExt cx="11437931" cy="6858000"/>
              </a:xfrm>
            </p:grpSpPr>
            <p:sp>
              <p:nvSpPr>
                <p:cNvPr id="56" name="Rectangle 55">
                  <a:extLst>
                    <a:ext uri="{FF2B5EF4-FFF2-40B4-BE49-F238E27FC236}">
                      <a16:creationId xmlns:a16="http://schemas.microsoft.com/office/drawing/2014/main" id="{42F0D382-B885-8B67-B74A-6E774BEF2173}"/>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Rounded Corners 56">
                  <a:extLst>
                    <a:ext uri="{FF2B5EF4-FFF2-40B4-BE49-F238E27FC236}">
                      <a16:creationId xmlns:a16="http://schemas.microsoft.com/office/drawing/2014/main" id="{14F8CF8D-39D3-9481-428A-D9D2ECFCBE87}"/>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5" name="TextBox 54">
                <a:extLst>
                  <a:ext uri="{FF2B5EF4-FFF2-40B4-BE49-F238E27FC236}">
                    <a16:creationId xmlns:a16="http://schemas.microsoft.com/office/drawing/2014/main" id="{BE9A7207-3BF2-181F-B571-524F57B3351B}"/>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51" name="TextBox 50">
              <a:extLst>
                <a:ext uri="{FF2B5EF4-FFF2-40B4-BE49-F238E27FC236}">
                  <a16:creationId xmlns:a16="http://schemas.microsoft.com/office/drawing/2014/main" id="{57AEAE9E-AE12-0B9B-7D33-8FD98A588A09}"/>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52" name="TextBox 51">
              <a:extLst>
                <a:ext uri="{FF2B5EF4-FFF2-40B4-BE49-F238E27FC236}">
                  <a16:creationId xmlns:a16="http://schemas.microsoft.com/office/drawing/2014/main" id="{29008235-5E6D-D11E-A324-4B346911224B}"/>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53" name="TextBox 52">
              <a:extLst>
                <a:ext uri="{FF2B5EF4-FFF2-40B4-BE49-F238E27FC236}">
                  <a16:creationId xmlns:a16="http://schemas.microsoft.com/office/drawing/2014/main" id="{A44148D6-27B5-A8EA-D537-47117B0E3343}"/>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58" name="Group 57">
            <a:extLst>
              <a:ext uri="{FF2B5EF4-FFF2-40B4-BE49-F238E27FC236}">
                <a16:creationId xmlns:a16="http://schemas.microsoft.com/office/drawing/2014/main" id="{5B4ED8B3-DD99-895B-E7DD-962D508ECC96}"/>
              </a:ext>
            </a:extLst>
          </p:cNvPr>
          <p:cNvGrpSpPr/>
          <p:nvPr/>
        </p:nvGrpSpPr>
        <p:grpSpPr>
          <a:xfrm>
            <a:off x="-55497" y="-88702"/>
            <a:ext cx="11479063" cy="7352494"/>
            <a:chOff x="184608" y="7442200"/>
            <a:chExt cx="9066350" cy="7155049"/>
          </a:xfrm>
        </p:grpSpPr>
        <p:grpSp>
          <p:nvGrpSpPr>
            <p:cNvPr id="59" name="Group 58">
              <a:extLst>
                <a:ext uri="{FF2B5EF4-FFF2-40B4-BE49-F238E27FC236}">
                  <a16:creationId xmlns:a16="http://schemas.microsoft.com/office/drawing/2014/main" id="{323B171D-4C41-4A26-A6B1-84D30A8B3525}"/>
                </a:ext>
              </a:extLst>
            </p:cNvPr>
            <p:cNvGrpSpPr/>
            <p:nvPr/>
          </p:nvGrpSpPr>
          <p:grpSpPr>
            <a:xfrm>
              <a:off x="184608" y="7442200"/>
              <a:ext cx="9066350" cy="6858000"/>
              <a:chOff x="710860" y="711648"/>
              <a:chExt cx="9066350" cy="6858000"/>
            </a:xfrm>
          </p:grpSpPr>
          <p:grpSp>
            <p:nvGrpSpPr>
              <p:cNvPr id="63" name="Group 62">
                <a:extLst>
                  <a:ext uri="{FF2B5EF4-FFF2-40B4-BE49-F238E27FC236}">
                    <a16:creationId xmlns:a16="http://schemas.microsoft.com/office/drawing/2014/main" id="{CD65F8CF-1B39-84DB-A35F-9694AA2A022B}"/>
                  </a:ext>
                </a:extLst>
              </p:cNvPr>
              <p:cNvGrpSpPr/>
              <p:nvPr/>
            </p:nvGrpSpPr>
            <p:grpSpPr>
              <a:xfrm>
                <a:off x="710860" y="711648"/>
                <a:ext cx="8936350" cy="6858000"/>
                <a:chOff x="-1172929" y="0"/>
                <a:chExt cx="8936350" cy="6858000"/>
              </a:xfrm>
            </p:grpSpPr>
            <p:sp>
              <p:nvSpPr>
                <p:cNvPr id="65" name="Rectangle 64">
                  <a:extLst>
                    <a:ext uri="{FF2B5EF4-FFF2-40B4-BE49-F238E27FC236}">
                      <a16:creationId xmlns:a16="http://schemas.microsoft.com/office/drawing/2014/main" id="{F018278B-18EE-B9AA-8A1B-1AE26ADCB616}"/>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Rounded Corners 65">
                  <a:extLst>
                    <a:ext uri="{FF2B5EF4-FFF2-40B4-BE49-F238E27FC236}">
                      <a16:creationId xmlns:a16="http://schemas.microsoft.com/office/drawing/2014/main" id="{1BBA95C4-55E2-7811-266E-BDF11EFC1859}"/>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75F46E38-8DBD-6C8F-FF86-1B8EB8A9BB43}"/>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60" name="TextBox 59">
              <a:extLst>
                <a:ext uri="{FF2B5EF4-FFF2-40B4-BE49-F238E27FC236}">
                  <a16:creationId xmlns:a16="http://schemas.microsoft.com/office/drawing/2014/main" id="{78D86F6A-55A7-B92B-80CF-8EE9309382D6}"/>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61" name="TextBox 60">
              <a:extLst>
                <a:ext uri="{FF2B5EF4-FFF2-40B4-BE49-F238E27FC236}">
                  <a16:creationId xmlns:a16="http://schemas.microsoft.com/office/drawing/2014/main" id="{4D972F3D-7587-D7B9-FF45-D1037B75690D}"/>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62" name="TextBox 61">
              <a:extLst>
                <a:ext uri="{FF2B5EF4-FFF2-40B4-BE49-F238E27FC236}">
                  <a16:creationId xmlns:a16="http://schemas.microsoft.com/office/drawing/2014/main" id="{5923CB5F-8EA1-9A5B-2CC7-356795EF94A5}"/>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67" name="Group 66">
            <a:extLst>
              <a:ext uri="{FF2B5EF4-FFF2-40B4-BE49-F238E27FC236}">
                <a16:creationId xmlns:a16="http://schemas.microsoft.com/office/drawing/2014/main" id="{1C088BB2-4B7E-8489-D9E3-41060E2392D5}"/>
              </a:ext>
            </a:extLst>
          </p:cNvPr>
          <p:cNvGrpSpPr/>
          <p:nvPr/>
        </p:nvGrpSpPr>
        <p:grpSpPr>
          <a:xfrm>
            <a:off x="-9949919" y="-204585"/>
            <a:ext cx="11780522" cy="7153066"/>
            <a:chOff x="2040706" y="-4861072"/>
            <a:chExt cx="8471412" cy="7020361"/>
          </a:xfrm>
        </p:grpSpPr>
        <p:grpSp>
          <p:nvGrpSpPr>
            <p:cNvPr id="68" name="Group 67">
              <a:extLst>
                <a:ext uri="{FF2B5EF4-FFF2-40B4-BE49-F238E27FC236}">
                  <a16:creationId xmlns:a16="http://schemas.microsoft.com/office/drawing/2014/main" id="{E6F55320-7526-8A31-AE08-EDC5BDC9FF53}"/>
                </a:ext>
              </a:extLst>
            </p:cNvPr>
            <p:cNvGrpSpPr/>
            <p:nvPr/>
          </p:nvGrpSpPr>
          <p:grpSpPr>
            <a:xfrm>
              <a:off x="2040706" y="-4861072"/>
              <a:ext cx="8471412" cy="7020361"/>
              <a:chOff x="-6243967" y="-162361"/>
              <a:chExt cx="8471412" cy="7020361"/>
            </a:xfrm>
          </p:grpSpPr>
          <p:grpSp>
            <p:nvGrpSpPr>
              <p:cNvPr id="73" name="Group 72">
                <a:extLst>
                  <a:ext uri="{FF2B5EF4-FFF2-40B4-BE49-F238E27FC236}">
                    <a16:creationId xmlns:a16="http://schemas.microsoft.com/office/drawing/2014/main" id="{8B187CC1-33C0-E6C1-1D0E-840C91476C0C}"/>
                  </a:ext>
                </a:extLst>
              </p:cNvPr>
              <p:cNvGrpSpPr/>
              <p:nvPr/>
            </p:nvGrpSpPr>
            <p:grpSpPr>
              <a:xfrm>
                <a:off x="-6243967" y="-162361"/>
                <a:ext cx="8322886" cy="7020361"/>
                <a:chOff x="-3943236" y="-162361"/>
                <a:chExt cx="9695091" cy="7020361"/>
              </a:xfrm>
            </p:grpSpPr>
            <p:sp>
              <p:nvSpPr>
                <p:cNvPr id="75" name="Rectangle 74">
                  <a:extLst>
                    <a:ext uri="{FF2B5EF4-FFF2-40B4-BE49-F238E27FC236}">
                      <a16:creationId xmlns:a16="http://schemas.microsoft.com/office/drawing/2014/main" id="{030943F5-EB0B-4054-2A55-CBF308DFB312}"/>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6" name="Rectangle: Rounded Corners 75">
                  <a:extLst>
                    <a:ext uri="{FF2B5EF4-FFF2-40B4-BE49-F238E27FC236}">
                      <a16:creationId xmlns:a16="http://schemas.microsoft.com/office/drawing/2014/main" id="{925122B1-2DF2-A8F5-3705-4E8434894F47}"/>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4" name="TextBox 73">
                <a:extLst>
                  <a:ext uri="{FF2B5EF4-FFF2-40B4-BE49-F238E27FC236}">
                    <a16:creationId xmlns:a16="http://schemas.microsoft.com/office/drawing/2014/main" id="{0725ED03-A6BC-A299-5A8B-F1FAF1E9E7CC}"/>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69" name="Group 68">
              <a:extLst>
                <a:ext uri="{FF2B5EF4-FFF2-40B4-BE49-F238E27FC236}">
                  <a16:creationId xmlns:a16="http://schemas.microsoft.com/office/drawing/2014/main" id="{4BDB3A04-CE0D-79B8-2A47-3E8DD323BF1D}"/>
                </a:ext>
              </a:extLst>
            </p:cNvPr>
            <p:cNvGrpSpPr/>
            <p:nvPr/>
          </p:nvGrpSpPr>
          <p:grpSpPr>
            <a:xfrm>
              <a:off x="2909913" y="-4836143"/>
              <a:ext cx="7562200" cy="5924589"/>
              <a:chOff x="2909913" y="-4836143"/>
              <a:chExt cx="7562200" cy="5924589"/>
            </a:xfrm>
          </p:grpSpPr>
          <p:sp>
            <p:nvSpPr>
              <p:cNvPr id="70" name="TextBox 69">
                <a:extLst>
                  <a:ext uri="{FF2B5EF4-FFF2-40B4-BE49-F238E27FC236}">
                    <a16:creationId xmlns:a16="http://schemas.microsoft.com/office/drawing/2014/main" id="{AB0775DC-2804-A27B-FF7F-8C07587691CD}"/>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71" name="TextBox 70">
                <a:extLst>
                  <a:ext uri="{FF2B5EF4-FFF2-40B4-BE49-F238E27FC236}">
                    <a16:creationId xmlns:a16="http://schemas.microsoft.com/office/drawing/2014/main" id="{552E46C1-A486-DCEF-7F7C-EDB8DF49FE60}"/>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72" name="TextBox 71">
                <a:extLst>
                  <a:ext uri="{FF2B5EF4-FFF2-40B4-BE49-F238E27FC236}">
                    <a16:creationId xmlns:a16="http://schemas.microsoft.com/office/drawing/2014/main" id="{35C5ED80-C94B-A40F-D10D-6A9CA883F23F}"/>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77" name="Group 76">
            <a:extLst>
              <a:ext uri="{FF2B5EF4-FFF2-40B4-BE49-F238E27FC236}">
                <a16:creationId xmlns:a16="http://schemas.microsoft.com/office/drawing/2014/main" id="{07ACFEF0-9E04-5BFA-3694-83E0F080992B}"/>
              </a:ext>
            </a:extLst>
          </p:cNvPr>
          <p:cNvGrpSpPr/>
          <p:nvPr/>
        </p:nvGrpSpPr>
        <p:grpSpPr>
          <a:xfrm>
            <a:off x="-11708979" y="-88702"/>
            <a:ext cx="13539582" cy="7352494"/>
            <a:chOff x="1174527" y="8379854"/>
            <a:chExt cx="8293851" cy="7003052"/>
          </a:xfrm>
        </p:grpSpPr>
        <p:grpSp>
          <p:nvGrpSpPr>
            <p:cNvPr id="78" name="Group 77">
              <a:extLst>
                <a:ext uri="{FF2B5EF4-FFF2-40B4-BE49-F238E27FC236}">
                  <a16:creationId xmlns:a16="http://schemas.microsoft.com/office/drawing/2014/main" id="{7400C547-C9BD-1E7D-CCF3-25E58D57A480}"/>
                </a:ext>
              </a:extLst>
            </p:cNvPr>
            <p:cNvGrpSpPr/>
            <p:nvPr/>
          </p:nvGrpSpPr>
          <p:grpSpPr>
            <a:xfrm>
              <a:off x="1174527" y="8379854"/>
              <a:ext cx="8293851" cy="7003052"/>
              <a:chOff x="-6874038" y="-145052"/>
              <a:chExt cx="8293851" cy="7003052"/>
            </a:xfrm>
          </p:grpSpPr>
          <p:grpSp>
            <p:nvGrpSpPr>
              <p:cNvPr id="84" name="Group 83">
                <a:extLst>
                  <a:ext uri="{FF2B5EF4-FFF2-40B4-BE49-F238E27FC236}">
                    <a16:creationId xmlns:a16="http://schemas.microsoft.com/office/drawing/2014/main" id="{6E7ACB92-74F8-01CD-325A-BDC20820B6C5}"/>
                  </a:ext>
                </a:extLst>
              </p:cNvPr>
              <p:cNvGrpSpPr/>
              <p:nvPr/>
            </p:nvGrpSpPr>
            <p:grpSpPr>
              <a:xfrm>
                <a:off x="-6874038" y="-145052"/>
                <a:ext cx="8174555" cy="7003052"/>
                <a:chOff x="-3373649" y="-145052"/>
                <a:chExt cx="6912525" cy="7003052"/>
              </a:xfrm>
            </p:grpSpPr>
            <p:sp>
              <p:nvSpPr>
                <p:cNvPr id="87" name="Rectangle 86">
                  <a:extLst>
                    <a:ext uri="{FF2B5EF4-FFF2-40B4-BE49-F238E27FC236}">
                      <a16:creationId xmlns:a16="http://schemas.microsoft.com/office/drawing/2014/main" id="{DCCDAAB6-B279-F337-C57C-1C719DAE88DB}"/>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ctangle: Rounded Corners 87">
                  <a:extLst>
                    <a:ext uri="{FF2B5EF4-FFF2-40B4-BE49-F238E27FC236}">
                      <a16:creationId xmlns:a16="http://schemas.microsoft.com/office/drawing/2014/main" id="{DE5F028A-C19E-2D00-2EE6-055EC00D69D1}"/>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6" name="TextBox 85">
                <a:extLst>
                  <a:ext uri="{FF2B5EF4-FFF2-40B4-BE49-F238E27FC236}">
                    <a16:creationId xmlns:a16="http://schemas.microsoft.com/office/drawing/2014/main" id="{FC14F7E7-569A-28DF-C191-589B14CCE30A}"/>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79" name="TextBox 78">
              <a:extLst>
                <a:ext uri="{FF2B5EF4-FFF2-40B4-BE49-F238E27FC236}">
                  <a16:creationId xmlns:a16="http://schemas.microsoft.com/office/drawing/2014/main" id="{7B6324D9-2FD0-723D-1DE2-97B6A9E40795}"/>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80" name="TextBox 79">
              <a:extLst>
                <a:ext uri="{FF2B5EF4-FFF2-40B4-BE49-F238E27FC236}">
                  <a16:creationId xmlns:a16="http://schemas.microsoft.com/office/drawing/2014/main" id="{88EABFF1-F862-6B52-6B21-CEC2C26AB1E9}"/>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81" name="TextBox 80">
              <a:extLst>
                <a:ext uri="{FF2B5EF4-FFF2-40B4-BE49-F238E27FC236}">
                  <a16:creationId xmlns:a16="http://schemas.microsoft.com/office/drawing/2014/main" id="{EBBF3FCE-83D7-6904-F76B-4048256C7272}"/>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3789611751"/>
      </p:ext>
    </p:extLst>
  </p:cSld>
  <p:clrMapOvr>
    <a:masterClrMapping/>
  </p:clrMapOvr>
  <p:transition spd="slow">
    <p:push dir="r"/>
  </p:transition>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1F3BEC22-4D41-7375-9000-1DE40853B57D}"/>
            </a:ext>
          </a:extLst>
        </p:cNvPr>
        <p:cNvGrpSpPr/>
        <p:nvPr/>
      </p:nvGrpSpPr>
      <p:grpSpPr>
        <a:xfrm>
          <a:off x="0" y="0"/>
          <a:ext cx="0" cy="0"/>
          <a:chOff x="0" y="0"/>
          <a:chExt cx="0" cy="0"/>
        </a:xfrm>
      </p:grpSpPr>
      <p:grpSp>
        <p:nvGrpSpPr>
          <p:cNvPr id="39" name="Group 38">
            <a:extLst>
              <a:ext uri="{FF2B5EF4-FFF2-40B4-BE49-F238E27FC236}">
                <a16:creationId xmlns:a16="http://schemas.microsoft.com/office/drawing/2014/main" id="{1466E9A9-E72C-972A-8703-1F873A00E83F}"/>
              </a:ext>
            </a:extLst>
          </p:cNvPr>
          <p:cNvGrpSpPr/>
          <p:nvPr/>
        </p:nvGrpSpPr>
        <p:grpSpPr>
          <a:xfrm>
            <a:off x="484122" y="-52844"/>
            <a:ext cx="10984517" cy="6914472"/>
            <a:chOff x="-257563" y="10094754"/>
            <a:chExt cx="11518553" cy="6912123"/>
          </a:xfrm>
        </p:grpSpPr>
        <p:grpSp>
          <p:nvGrpSpPr>
            <p:cNvPr id="40" name="Group 39">
              <a:extLst>
                <a:ext uri="{FF2B5EF4-FFF2-40B4-BE49-F238E27FC236}">
                  <a16:creationId xmlns:a16="http://schemas.microsoft.com/office/drawing/2014/main" id="{6927C680-492E-3F8F-897A-34FB482843B4}"/>
                </a:ext>
              </a:extLst>
            </p:cNvPr>
            <p:cNvGrpSpPr/>
            <p:nvPr/>
          </p:nvGrpSpPr>
          <p:grpSpPr>
            <a:xfrm>
              <a:off x="-257563" y="10148877"/>
              <a:ext cx="11518553" cy="6858000"/>
              <a:chOff x="-8035512" y="-1"/>
              <a:chExt cx="11518553" cy="6858000"/>
            </a:xfrm>
          </p:grpSpPr>
          <p:grpSp>
            <p:nvGrpSpPr>
              <p:cNvPr id="44" name="Group 43">
                <a:extLst>
                  <a:ext uri="{FF2B5EF4-FFF2-40B4-BE49-F238E27FC236}">
                    <a16:creationId xmlns:a16="http://schemas.microsoft.com/office/drawing/2014/main" id="{68E932F5-241A-8646-578B-7857F1283454}"/>
                  </a:ext>
                </a:extLst>
              </p:cNvPr>
              <p:cNvGrpSpPr/>
              <p:nvPr/>
            </p:nvGrpSpPr>
            <p:grpSpPr>
              <a:xfrm>
                <a:off x="-8035512" y="-1"/>
                <a:ext cx="11437931" cy="6858000"/>
                <a:chOff x="-1114355" y="-1"/>
                <a:chExt cx="11437931" cy="6858000"/>
              </a:xfrm>
            </p:grpSpPr>
            <p:sp>
              <p:nvSpPr>
                <p:cNvPr id="46" name="Rectangle 45">
                  <a:extLst>
                    <a:ext uri="{FF2B5EF4-FFF2-40B4-BE49-F238E27FC236}">
                      <a16:creationId xmlns:a16="http://schemas.microsoft.com/office/drawing/2014/main" id="{E160F9D3-C9BF-A221-971E-BC1F42E582A2}"/>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Rounded Corners 46">
                  <a:extLst>
                    <a:ext uri="{FF2B5EF4-FFF2-40B4-BE49-F238E27FC236}">
                      <a16:creationId xmlns:a16="http://schemas.microsoft.com/office/drawing/2014/main" id="{E6775BB8-3640-5178-1930-DB179D024639}"/>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TextBox 44">
                <a:extLst>
                  <a:ext uri="{FF2B5EF4-FFF2-40B4-BE49-F238E27FC236}">
                    <a16:creationId xmlns:a16="http://schemas.microsoft.com/office/drawing/2014/main" id="{8AF14A41-A181-7305-F03B-97D5F2B2CF74}"/>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41" name="TextBox 40">
              <a:extLst>
                <a:ext uri="{FF2B5EF4-FFF2-40B4-BE49-F238E27FC236}">
                  <a16:creationId xmlns:a16="http://schemas.microsoft.com/office/drawing/2014/main" id="{D3DA2098-D6D2-2FF4-9455-C0D73B0B5A24}"/>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42" name="TextBox 41">
              <a:extLst>
                <a:ext uri="{FF2B5EF4-FFF2-40B4-BE49-F238E27FC236}">
                  <a16:creationId xmlns:a16="http://schemas.microsoft.com/office/drawing/2014/main" id="{B9E1F0CD-1665-06D9-8614-5F45D3395C25}"/>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43" name="TextBox 42">
              <a:extLst>
                <a:ext uri="{FF2B5EF4-FFF2-40B4-BE49-F238E27FC236}">
                  <a16:creationId xmlns:a16="http://schemas.microsoft.com/office/drawing/2014/main" id="{1CC7FE0E-7E29-8E74-0E42-95B4E40CD413}"/>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48" name="Group 47">
            <a:extLst>
              <a:ext uri="{FF2B5EF4-FFF2-40B4-BE49-F238E27FC236}">
                <a16:creationId xmlns:a16="http://schemas.microsoft.com/office/drawing/2014/main" id="{B64A1262-A985-A1BF-6804-04037EAA8B18}"/>
              </a:ext>
            </a:extLst>
          </p:cNvPr>
          <p:cNvGrpSpPr/>
          <p:nvPr/>
        </p:nvGrpSpPr>
        <p:grpSpPr>
          <a:xfrm>
            <a:off x="-55497" y="-88702"/>
            <a:ext cx="11479063" cy="7352494"/>
            <a:chOff x="184608" y="7442200"/>
            <a:chExt cx="9066350" cy="7155049"/>
          </a:xfrm>
        </p:grpSpPr>
        <p:grpSp>
          <p:nvGrpSpPr>
            <p:cNvPr id="49" name="Group 48">
              <a:extLst>
                <a:ext uri="{FF2B5EF4-FFF2-40B4-BE49-F238E27FC236}">
                  <a16:creationId xmlns:a16="http://schemas.microsoft.com/office/drawing/2014/main" id="{BBA8F94D-8397-5E0D-898F-C1E50B70388E}"/>
                </a:ext>
              </a:extLst>
            </p:cNvPr>
            <p:cNvGrpSpPr/>
            <p:nvPr/>
          </p:nvGrpSpPr>
          <p:grpSpPr>
            <a:xfrm>
              <a:off x="184608" y="7442200"/>
              <a:ext cx="9066350" cy="6858000"/>
              <a:chOff x="710860" y="711648"/>
              <a:chExt cx="9066350" cy="6858000"/>
            </a:xfrm>
          </p:grpSpPr>
          <p:grpSp>
            <p:nvGrpSpPr>
              <p:cNvPr id="53" name="Group 52">
                <a:extLst>
                  <a:ext uri="{FF2B5EF4-FFF2-40B4-BE49-F238E27FC236}">
                    <a16:creationId xmlns:a16="http://schemas.microsoft.com/office/drawing/2014/main" id="{C81EEFD5-9053-D33B-E1D6-8D104AB12451}"/>
                  </a:ext>
                </a:extLst>
              </p:cNvPr>
              <p:cNvGrpSpPr/>
              <p:nvPr/>
            </p:nvGrpSpPr>
            <p:grpSpPr>
              <a:xfrm>
                <a:off x="710860" y="711648"/>
                <a:ext cx="8936350" cy="6858000"/>
                <a:chOff x="-1172929" y="0"/>
                <a:chExt cx="8936350" cy="6858000"/>
              </a:xfrm>
            </p:grpSpPr>
            <p:sp>
              <p:nvSpPr>
                <p:cNvPr id="55" name="Rectangle 54">
                  <a:extLst>
                    <a:ext uri="{FF2B5EF4-FFF2-40B4-BE49-F238E27FC236}">
                      <a16:creationId xmlns:a16="http://schemas.microsoft.com/office/drawing/2014/main" id="{E41721CE-5DE1-F577-2327-853398761F28}"/>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Rounded Corners 55">
                  <a:extLst>
                    <a:ext uri="{FF2B5EF4-FFF2-40B4-BE49-F238E27FC236}">
                      <a16:creationId xmlns:a16="http://schemas.microsoft.com/office/drawing/2014/main" id="{2510D9DA-EDCA-EEDF-FA9C-A62E9A1D76E7}"/>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00F2DF15-934B-7449-D3D6-ACA775A7DADF}"/>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50" name="TextBox 49">
              <a:extLst>
                <a:ext uri="{FF2B5EF4-FFF2-40B4-BE49-F238E27FC236}">
                  <a16:creationId xmlns:a16="http://schemas.microsoft.com/office/drawing/2014/main" id="{B0D240FB-AC44-F28E-E552-BC7B2B6A56F4}"/>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51" name="TextBox 50">
              <a:extLst>
                <a:ext uri="{FF2B5EF4-FFF2-40B4-BE49-F238E27FC236}">
                  <a16:creationId xmlns:a16="http://schemas.microsoft.com/office/drawing/2014/main" id="{8B0FC27B-CA57-D2E6-DF99-3CCB461031D2}"/>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52" name="TextBox 51">
              <a:extLst>
                <a:ext uri="{FF2B5EF4-FFF2-40B4-BE49-F238E27FC236}">
                  <a16:creationId xmlns:a16="http://schemas.microsoft.com/office/drawing/2014/main" id="{8FE2FCD9-C126-6F00-3613-7DBB9D3F8B26}"/>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57" name="Group 56">
            <a:extLst>
              <a:ext uri="{FF2B5EF4-FFF2-40B4-BE49-F238E27FC236}">
                <a16:creationId xmlns:a16="http://schemas.microsoft.com/office/drawing/2014/main" id="{6A892D24-9E7B-8667-DFA2-9C70AF1DF872}"/>
              </a:ext>
            </a:extLst>
          </p:cNvPr>
          <p:cNvGrpSpPr/>
          <p:nvPr/>
        </p:nvGrpSpPr>
        <p:grpSpPr>
          <a:xfrm>
            <a:off x="-401355" y="-204585"/>
            <a:ext cx="11780522" cy="7153066"/>
            <a:chOff x="2040706" y="-4861072"/>
            <a:chExt cx="8471412" cy="7020361"/>
          </a:xfrm>
        </p:grpSpPr>
        <p:grpSp>
          <p:nvGrpSpPr>
            <p:cNvPr id="58" name="Group 57">
              <a:extLst>
                <a:ext uri="{FF2B5EF4-FFF2-40B4-BE49-F238E27FC236}">
                  <a16:creationId xmlns:a16="http://schemas.microsoft.com/office/drawing/2014/main" id="{D2FEA79B-9FED-8A02-E53C-AEB866DF476F}"/>
                </a:ext>
              </a:extLst>
            </p:cNvPr>
            <p:cNvGrpSpPr/>
            <p:nvPr/>
          </p:nvGrpSpPr>
          <p:grpSpPr>
            <a:xfrm>
              <a:off x="2040706" y="-4861072"/>
              <a:ext cx="8471412" cy="7020361"/>
              <a:chOff x="-6243967" y="-162361"/>
              <a:chExt cx="8471412" cy="7020361"/>
            </a:xfrm>
          </p:grpSpPr>
          <p:grpSp>
            <p:nvGrpSpPr>
              <p:cNvPr id="63" name="Group 62">
                <a:extLst>
                  <a:ext uri="{FF2B5EF4-FFF2-40B4-BE49-F238E27FC236}">
                    <a16:creationId xmlns:a16="http://schemas.microsoft.com/office/drawing/2014/main" id="{E3AD9487-1F2A-EF92-E660-91FCBCD6A1FD}"/>
                  </a:ext>
                </a:extLst>
              </p:cNvPr>
              <p:cNvGrpSpPr/>
              <p:nvPr/>
            </p:nvGrpSpPr>
            <p:grpSpPr>
              <a:xfrm>
                <a:off x="-6243967" y="-162361"/>
                <a:ext cx="8322886" cy="7020361"/>
                <a:chOff x="-3943236" y="-162361"/>
                <a:chExt cx="9695091" cy="7020361"/>
              </a:xfrm>
            </p:grpSpPr>
            <p:sp>
              <p:nvSpPr>
                <p:cNvPr id="65" name="Rectangle 64">
                  <a:extLst>
                    <a:ext uri="{FF2B5EF4-FFF2-40B4-BE49-F238E27FC236}">
                      <a16:creationId xmlns:a16="http://schemas.microsoft.com/office/drawing/2014/main" id="{B043CA11-D321-2AD0-0B83-12AFA38E9496}"/>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Rectangle: Rounded Corners 65">
                  <a:extLst>
                    <a:ext uri="{FF2B5EF4-FFF2-40B4-BE49-F238E27FC236}">
                      <a16:creationId xmlns:a16="http://schemas.microsoft.com/office/drawing/2014/main" id="{BD00DD04-945C-8C6B-79A7-A7BAC049D516}"/>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4" name="TextBox 63">
                <a:extLst>
                  <a:ext uri="{FF2B5EF4-FFF2-40B4-BE49-F238E27FC236}">
                    <a16:creationId xmlns:a16="http://schemas.microsoft.com/office/drawing/2014/main" id="{699561E0-0F80-D9E4-2137-8CE106F8EEF3}"/>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59" name="Group 58">
              <a:extLst>
                <a:ext uri="{FF2B5EF4-FFF2-40B4-BE49-F238E27FC236}">
                  <a16:creationId xmlns:a16="http://schemas.microsoft.com/office/drawing/2014/main" id="{EE0570BC-15CF-B151-FBCD-6294A8365D18}"/>
                </a:ext>
              </a:extLst>
            </p:cNvPr>
            <p:cNvGrpSpPr/>
            <p:nvPr/>
          </p:nvGrpSpPr>
          <p:grpSpPr>
            <a:xfrm>
              <a:off x="2909913" y="-4836143"/>
              <a:ext cx="7562200" cy="5924589"/>
              <a:chOff x="2909913" y="-4836143"/>
              <a:chExt cx="7562200" cy="5924589"/>
            </a:xfrm>
          </p:grpSpPr>
          <p:sp>
            <p:nvSpPr>
              <p:cNvPr id="60" name="TextBox 59">
                <a:extLst>
                  <a:ext uri="{FF2B5EF4-FFF2-40B4-BE49-F238E27FC236}">
                    <a16:creationId xmlns:a16="http://schemas.microsoft.com/office/drawing/2014/main" id="{862B3D96-3B28-5F0C-84C7-AF11D7F86D10}"/>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61" name="TextBox 60">
                <a:extLst>
                  <a:ext uri="{FF2B5EF4-FFF2-40B4-BE49-F238E27FC236}">
                    <a16:creationId xmlns:a16="http://schemas.microsoft.com/office/drawing/2014/main" id="{C27D8542-9470-396E-5675-77DDABBB5747}"/>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62" name="TextBox 61">
                <a:extLst>
                  <a:ext uri="{FF2B5EF4-FFF2-40B4-BE49-F238E27FC236}">
                    <a16:creationId xmlns:a16="http://schemas.microsoft.com/office/drawing/2014/main" id="{6BD63C94-9D32-4CBB-B0D7-B809545B43C9}"/>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67" name="Group 66">
            <a:extLst>
              <a:ext uri="{FF2B5EF4-FFF2-40B4-BE49-F238E27FC236}">
                <a16:creationId xmlns:a16="http://schemas.microsoft.com/office/drawing/2014/main" id="{73FEA591-43AE-CC23-62C4-9185D310724D}"/>
              </a:ext>
            </a:extLst>
          </p:cNvPr>
          <p:cNvGrpSpPr/>
          <p:nvPr/>
        </p:nvGrpSpPr>
        <p:grpSpPr>
          <a:xfrm>
            <a:off x="-11708979" y="-88702"/>
            <a:ext cx="13539582" cy="7352494"/>
            <a:chOff x="1174527" y="8379854"/>
            <a:chExt cx="8293851" cy="7003052"/>
          </a:xfrm>
        </p:grpSpPr>
        <p:grpSp>
          <p:nvGrpSpPr>
            <p:cNvPr id="68" name="Group 67">
              <a:extLst>
                <a:ext uri="{FF2B5EF4-FFF2-40B4-BE49-F238E27FC236}">
                  <a16:creationId xmlns:a16="http://schemas.microsoft.com/office/drawing/2014/main" id="{AD8858DE-9F81-D024-A402-89D93CC6E7CB}"/>
                </a:ext>
              </a:extLst>
            </p:cNvPr>
            <p:cNvGrpSpPr/>
            <p:nvPr/>
          </p:nvGrpSpPr>
          <p:grpSpPr>
            <a:xfrm>
              <a:off x="1174527" y="8379854"/>
              <a:ext cx="8293851" cy="7003052"/>
              <a:chOff x="-6874038" y="-145052"/>
              <a:chExt cx="8293851" cy="7003052"/>
            </a:xfrm>
          </p:grpSpPr>
          <p:grpSp>
            <p:nvGrpSpPr>
              <p:cNvPr id="72" name="Group 71">
                <a:extLst>
                  <a:ext uri="{FF2B5EF4-FFF2-40B4-BE49-F238E27FC236}">
                    <a16:creationId xmlns:a16="http://schemas.microsoft.com/office/drawing/2014/main" id="{28A2CECE-C143-7FF7-7478-656A97203D73}"/>
                  </a:ext>
                </a:extLst>
              </p:cNvPr>
              <p:cNvGrpSpPr/>
              <p:nvPr/>
            </p:nvGrpSpPr>
            <p:grpSpPr>
              <a:xfrm>
                <a:off x="-6874038" y="-145052"/>
                <a:ext cx="8174555" cy="7003052"/>
                <a:chOff x="-3373649" y="-145052"/>
                <a:chExt cx="6912525" cy="7003052"/>
              </a:xfrm>
            </p:grpSpPr>
            <p:sp>
              <p:nvSpPr>
                <p:cNvPr id="74" name="Rectangle 73">
                  <a:extLst>
                    <a:ext uri="{FF2B5EF4-FFF2-40B4-BE49-F238E27FC236}">
                      <a16:creationId xmlns:a16="http://schemas.microsoft.com/office/drawing/2014/main" id="{C70C6471-3BF5-A80B-C025-04B1386CDB36}"/>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5" name="Rectangle: Rounded Corners 74">
                  <a:extLst>
                    <a:ext uri="{FF2B5EF4-FFF2-40B4-BE49-F238E27FC236}">
                      <a16:creationId xmlns:a16="http://schemas.microsoft.com/office/drawing/2014/main" id="{0E08F446-D876-EF81-DDAF-E16166A2F516}"/>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3" name="TextBox 72">
                <a:extLst>
                  <a:ext uri="{FF2B5EF4-FFF2-40B4-BE49-F238E27FC236}">
                    <a16:creationId xmlns:a16="http://schemas.microsoft.com/office/drawing/2014/main" id="{06809ADC-AB0F-B4C6-9182-D876099C0325}"/>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69" name="TextBox 68">
              <a:extLst>
                <a:ext uri="{FF2B5EF4-FFF2-40B4-BE49-F238E27FC236}">
                  <a16:creationId xmlns:a16="http://schemas.microsoft.com/office/drawing/2014/main" id="{EBF1316B-A256-AA6A-DAB8-5C7F877CBDFF}"/>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70" name="TextBox 69">
              <a:extLst>
                <a:ext uri="{FF2B5EF4-FFF2-40B4-BE49-F238E27FC236}">
                  <a16:creationId xmlns:a16="http://schemas.microsoft.com/office/drawing/2014/main" id="{0A54DD6A-44ED-BDF6-039D-A2DEAEB67A61}"/>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71" name="TextBox 70">
              <a:extLst>
                <a:ext uri="{FF2B5EF4-FFF2-40B4-BE49-F238E27FC236}">
                  <a16:creationId xmlns:a16="http://schemas.microsoft.com/office/drawing/2014/main" id="{10244B56-BFBC-7D1E-DEA9-C85EC01089A6}"/>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3710072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81D92E41-31B5-91EE-B9FF-8A70844496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5CB51AA-FAB1-CC7C-81AE-D0AF9C7C0991}"/>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02</a:t>
            </a:r>
          </a:p>
        </p:txBody>
      </p:sp>
      <p:pic>
        <p:nvPicPr>
          <p:cNvPr id="10" name="Picture 9">
            <a:extLst>
              <a:ext uri="{FF2B5EF4-FFF2-40B4-BE49-F238E27FC236}">
                <a16:creationId xmlns:a16="http://schemas.microsoft.com/office/drawing/2014/main" id="{279E2BE2-31A9-F57C-9542-3C9C89E0E8A4}"/>
              </a:ext>
            </a:extLst>
          </p:cNvPr>
          <p:cNvPicPr>
            <a:picLocks noChangeAspect="1"/>
          </p:cNvPicPr>
          <p:nvPr/>
        </p:nvPicPr>
        <p:blipFill>
          <a:blip r:embed="rId3"/>
          <a:stretch>
            <a:fillRect/>
          </a:stretch>
        </p:blipFill>
        <p:spPr>
          <a:xfrm>
            <a:off x="142875" y="0"/>
            <a:ext cx="5307595" cy="4000500"/>
          </a:xfrm>
          <a:prstGeom prst="rect">
            <a:avLst/>
          </a:prstGeom>
        </p:spPr>
      </p:pic>
      <p:pic>
        <p:nvPicPr>
          <p:cNvPr id="3" name="Picture 2">
            <a:extLst>
              <a:ext uri="{FF2B5EF4-FFF2-40B4-BE49-F238E27FC236}">
                <a16:creationId xmlns:a16="http://schemas.microsoft.com/office/drawing/2014/main" id="{BDAD7A2D-7EEA-9E60-8EFB-EE66DAAEDFE0}"/>
              </a:ext>
            </a:extLst>
          </p:cNvPr>
          <p:cNvPicPr>
            <a:picLocks noChangeAspect="1"/>
          </p:cNvPicPr>
          <p:nvPr/>
        </p:nvPicPr>
        <p:blipFill>
          <a:blip r:embed="rId4"/>
          <a:stretch>
            <a:fillRect/>
          </a:stretch>
        </p:blipFill>
        <p:spPr>
          <a:xfrm>
            <a:off x="4191030" y="3733799"/>
            <a:ext cx="7858095" cy="2981325"/>
          </a:xfrm>
          <a:prstGeom prst="rect">
            <a:avLst/>
          </a:prstGeom>
        </p:spPr>
      </p:pic>
    </p:spTree>
    <p:extLst>
      <p:ext uri="{BB962C8B-B14F-4D97-AF65-F5344CB8AC3E}">
        <p14:creationId xmlns:p14="http://schemas.microsoft.com/office/powerpoint/2010/main" val="2581943317"/>
      </p:ext>
    </p:extLst>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10167627-5348-060F-707F-3DE2C42ECE4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A03B5A5-6180-293D-1F64-5C8F1F0D0765}"/>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02</a:t>
            </a:r>
          </a:p>
        </p:txBody>
      </p:sp>
      <p:pic>
        <p:nvPicPr>
          <p:cNvPr id="4" name="Picture 3">
            <a:extLst>
              <a:ext uri="{FF2B5EF4-FFF2-40B4-BE49-F238E27FC236}">
                <a16:creationId xmlns:a16="http://schemas.microsoft.com/office/drawing/2014/main" id="{09494E71-5A3D-FF66-5B9A-46D3AF60F128}"/>
              </a:ext>
            </a:extLst>
          </p:cNvPr>
          <p:cNvPicPr>
            <a:picLocks noChangeAspect="1"/>
          </p:cNvPicPr>
          <p:nvPr/>
        </p:nvPicPr>
        <p:blipFill>
          <a:blip r:embed="rId3"/>
          <a:stretch>
            <a:fillRect/>
          </a:stretch>
        </p:blipFill>
        <p:spPr>
          <a:xfrm>
            <a:off x="0" y="0"/>
            <a:ext cx="4927583" cy="6343650"/>
          </a:xfrm>
          <a:prstGeom prst="rect">
            <a:avLst/>
          </a:prstGeom>
        </p:spPr>
      </p:pic>
      <p:pic>
        <p:nvPicPr>
          <p:cNvPr id="6" name="Picture 5">
            <a:extLst>
              <a:ext uri="{FF2B5EF4-FFF2-40B4-BE49-F238E27FC236}">
                <a16:creationId xmlns:a16="http://schemas.microsoft.com/office/drawing/2014/main" id="{26008CF1-1B95-4E19-F06B-C9EB1619E948}"/>
              </a:ext>
            </a:extLst>
          </p:cNvPr>
          <p:cNvPicPr>
            <a:picLocks noChangeAspect="1"/>
          </p:cNvPicPr>
          <p:nvPr/>
        </p:nvPicPr>
        <p:blipFill>
          <a:blip r:embed="rId4"/>
          <a:stretch>
            <a:fillRect/>
          </a:stretch>
        </p:blipFill>
        <p:spPr>
          <a:xfrm>
            <a:off x="4927583" y="1094642"/>
            <a:ext cx="6144482" cy="5249008"/>
          </a:xfrm>
          <a:prstGeom prst="rect">
            <a:avLst/>
          </a:prstGeom>
        </p:spPr>
      </p:pic>
    </p:spTree>
    <p:extLst>
      <p:ext uri="{BB962C8B-B14F-4D97-AF65-F5344CB8AC3E}">
        <p14:creationId xmlns:p14="http://schemas.microsoft.com/office/powerpoint/2010/main" val="2085302057"/>
      </p:ext>
    </p:extLst>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B0722EE9-8B19-7262-DA24-EB8E08024C12}"/>
            </a:ext>
          </a:extLst>
        </p:cNvPr>
        <p:cNvGrpSpPr/>
        <p:nvPr/>
      </p:nvGrpSpPr>
      <p:grpSpPr>
        <a:xfrm>
          <a:off x="0" y="0"/>
          <a:ext cx="0" cy="0"/>
          <a:chOff x="0" y="0"/>
          <a:chExt cx="0" cy="0"/>
        </a:xfrm>
      </p:grpSpPr>
      <p:grpSp>
        <p:nvGrpSpPr>
          <p:cNvPr id="261" name="Group 260">
            <a:extLst>
              <a:ext uri="{FF2B5EF4-FFF2-40B4-BE49-F238E27FC236}">
                <a16:creationId xmlns:a16="http://schemas.microsoft.com/office/drawing/2014/main" id="{4FE8AE5D-F804-6C32-B12B-FE81E2ABBBDC}"/>
              </a:ext>
            </a:extLst>
          </p:cNvPr>
          <p:cNvGrpSpPr/>
          <p:nvPr/>
        </p:nvGrpSpPr>
        <p:grpSpPr>
          <a:xfrm>
            <a:off x="484122" y="-52844"/>
            <a:ext cx="10984517" cy="6914472"/>
            <a:chOff x="-257563" y="10094754"/>
            <a:chExt cx="11518553" cy="6912123"/>
          </a:xfrm>
        </p:grpSpPr>
        <p:grpSp>
          <p:nvGrpSpPr>
            <p:cNvPr id="262" name="Group 261">
              <a:extLst>
                <a:ext uri="{FF2B5EF4-FFF2-40B4-BE49-F238E27FC236}">
                  <a16:creationId xmlns:a16="http://schemas.microsoft.com/office/drawing/2014/main" id="{94902187-C300-C7A0-6F6D-51B773C0109C}"/>
                </a:ext>
              </a:extLst>
            </p:cNvPr>
            <p:cNvGrpSpPr/>
            <p:nvPr/>
          </p:nvGrpSpPr>
          <p:grpSpPr>
            <a:xfrm>
              <a:off x="-257563" y="10148877"/>
              <a:ext cx="11518553" cy="6858000"/>
              <a:chOff x="-8035512" y="-1"/>
              <a:chExt cx="11518553" cy="6858000"/>
            </a:xfrm>
          </p:grpSpPr>
          <p:grpSp>
            <p:nvGrpSpPr>
              <p:cNvPr id="266" name="Group 265">
                <a:extLst>
                  <a:ext uri="{FF2B5EF4-FFF2-40B4-BE49-F238E27FC236}">
                    <a16:creationId xmlns:a16="http://schemas.microsoft.com/office/drawing/2014/main" id="{B19E4E1B-C329-0BCA-84EE-146EAE3CAA2C}"/>
                  </a:ext>
                </a:extLst>
              </p:cNvPr>
              <p:cNvGrpSpPr/>
              <p:nvPr/>
            </p:nvGrpSpPr>
            <p:grpSpPr>
              <a:xfrm>
                <a:off x="-8035512" y="-1"/>
                <a:ext cx="11437931" cy="6858000"/>
                <a:chOff x="-1114355" y="-1"/>
                <a:chExt cx="11437931" cy="6858000"/>
              </a:xfrm>
            </p:grpSpPr>
            <p:sp>
              <p:nvSpPr>
                <p:cNvPr id="268" name="Rectangle 267">
                  <a:extLst>
                    <a:ext uri="{FF2B5EF4-FFF2-40B4-BE49-F238E27FC236}">
                      <a16:creationId xmlns:a16="http://schemas.microsoft.com/office/drawing/2014/main" id="{10E17192-5724-362E-20C9-B60F4BCCBD75}"/>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9" name="Rectangle: Rounded Corners 268">
                  <a:extLst>
                    <a:ext uri="{FF2B5EF4-FFF2-40B4-BE49-F238E27FC236}">
                      <a16:creationId xmlns:a16="http://schemas.microsoft.com/office/drawing/2014/main" id="{76EE9CDD-CB9B-3C7E-DA53-E87D6328565C}"/>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7" name="TextBox 266">
                <a:extLst>
                  <a:ext uri="{FF2B5EF4-FFF2-40B4-BE49-F238E27FC236}">
                    <a16:creationId xmlns:a16="http://schemas.microsoft.com/office/drawing/2014/main" id="{296BCC6B-9905-AA54-B62A-98241654B7E7}"/>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263" name="TextBox 262">
              <a:extLst>
                <a:ext uri="{FF2B5EF4-FFF2-40B4-BE49-F238E27FC236}">
                  <a16:creationId xmlns:a16="http://schemas.microsoft.com/office/drawing/2014/main" id="{45E1AB40-CFEC-7AEA-146A-35079D59A54C}"/>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264" name="TextBox 263">
              <a:extLst>
                <a:ext uri="{FF2B5EF4-FFF2-40B4-BE49-F238E27FC236}">
                  <a16:creationId xmlns:a16="http://schemas.microsoft.com/office/drawing/2014/main" id="{817137B2-7636-E178-1C15-5831F64607E4}"/>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265" name="TextBox 264">
              <a:extLst>
                <a:ext uri="{FF2B5EF4-FFF2-40B4-BE49-F238E27FC236}">
                  <a16:creationId xmlns:a16="http://schemas.microsoft.com/office/drawing/2014/main" id="{AE62BCCE-E696-DA7F-A0C6-639DB910D599}"/>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270" name="Group 269">
            <a:extLst>
              <a:ext uri="{FF2B5EF4-FFF2-40B4-BE49-F238E27FC236}">
                <a16:creationId xmlns:a16="http://schemas.microsoft.com/office/drawing/2014/main" id="{EBD5C701-539A-C402-C51E-1246AA671C28}"/>
              </a:ext>
            </a:extLst>
          </p:cNvPr>
          <p:cNvGrpSpPr/>
          <p:nvPr/>
        </p:nvGrpSpPr>
        <p:grpSpPr>
          <a:xfrm>
            <a:off x="-55497" y="-88702"/>
            <a:ext cx="11479063" cy="7352494"/>
            <a:chOff x="184608" y="7442200"/>
            <a:chExt cx="9066350" cy="7155049"/>
          </a:xfrm>
        </p:grpSpPr>
        <p:grpSp>
          <p:nvGrpSpPr>
            <p:cNvPr id="271" name="Group 270">
              <a:extLst>
                <a:ext uri="{FF2B5EF4-FFF2-40B4-BE49-F238E27FC236}">
                  <a16:creationId xmlns:a16="http://schemas.microsoft.com/office/drawing/2014/main" id="{2084AA55-0DBB-D02F-325C-E61FB260B7B9}"/>
                </a:ext>
              </a:extLst>
            </p:cNvPr>
            <p:cNvGrpSpPr/>
            <p:nvPr/>
          </p:nvGrpSpPr>
          <p:grpSpPr>
            <a:xfrm>
              <a:off x="184608" y="7442200"/>
              <a:ext cx="9066350" cy="6858000"/>
              <a:chOff x="710860" y="711648"/>
              <a:chExt cx="9066350" cy="6858000"/>
            </a:xfrm>
          </p:grpSpPr>
          <p:grpSp>
            <p:nvGrpSpPr>
              <p:cNvPr id="275" name="Group 274">
                <a:extLst>
                  <a:ext uri="{FF2B5EF4-FFF2-40B4-BE49-F238E27FC236}">
                    <a16:creationId xmlns:a16="http://schemas.microsoft.com/office/drawing/2014/main" id="{17742F22-997E-A4EE-1AA4-FC85D6937CFE}"/>
                  </a:ext>
                </a:extLst>
              </p:cNvPr>
              <p:cNvGrpSpPr/>
              <p:nvPr/>
            </p:nvGrpSpPr>
            <p:grpSpPr>
              <a:xfrm>
                <a:off x="710860" y="711648"/>
                <a:ext cx="8936350" cy="6858000"/>
                <a:chOff x="-1172929" y="0"/>
                <a:chExt cx="8936350" cy="6858000"/>
              </a:xfrm>
            </p:grpSpPr>
            <p:sp>
              <p:nvSpPr>
                <p:cNvPr id="277" name="Rectangle 276">
                  <a:extLst>
                    <a:ext uri="{FF2B5EF4-FFF2-40B4-BE49-F238E27FC236}">
                      <a16:creationId xmlns:a16="http://schemas.microsoft.com/office/drawing/2014/main" id="{06C42FF6-BBEB-55AD-C14D-B832EEE0C5B9}"/>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8" name="Rectangle: Rounded Corners 277">
                  <a:extLst>
                    <a:ext uri="{FF2B5EF4-FFF2-40B4-BE49-F238E27FC236}">
                      <a16:creationId xmlns:a16="http://schemas.microsoft.com/office/drawing/2014/main" id="{5FC438C4-32EE-6E13-665E-5890C1367C16}"/>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6" name="TextBox 275">
                <a:extLst>
                  <a:ext uri="{FF2B5EF4-FFF2-40B4-BE49-F238E27FC236}">
                    <a16:creationId xmlns:a16="http://schemas.microsoft.com/office/drawing/2014/main" id="{0FD7430E-62B5-490D-3761-7C6396CC118B}"/>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272" name="TextBox 271">
              <a:extLst>
                <a:ext uri="{FF2B5EF4-FFF2-40B4-BE49-F238E27FC236}">
                  <a16:creationId xmlns:a16="http://schemas.microsoft.com/office/drawing/2014/main" id="{387C22B4-83A0-F430-7D55-74B0D06F3978}"/>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273" name="TextBox 272">
              <a:extLst>
                <a:ext uri="{FF2B5EF4-FFF2-40B4-BE49-F238E27FC236}">
                  <a16:creationId xmlns:a16="http://schemas.microsoft.com/office/drawing/2014/main" id="{84747528-5D41-86D6-A2AC-D445C3469D20}"/>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274" name="TextBox 273">
              <a:extLst>
                <a:ext uri="{FF2B5EF4-FFF2-40B4-BE49-F238E27FC236}">
                  <a16:creationId xmlns:a16="http://schemas.microsoft.com/office/drawing/2014/main" id="{FA1E9270-0867-0343-6F1D-6BC5DA82248F}"/>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279" name="Group 278">
            <a:extLst>
              <a:ext uri="{FF2B5EF4-FFF2-40B4-BE49-F238E27FC236}">
                <a16:creationId xmlns:a16="http://schemas.microsoft.com/office/drawing/2014/main" id="{C66753A0-47C0-D13B-71AA-C1D8967B63C6}"/>
              </a:ext>
            </a:extLst>
          </p:cNvPr>
          <p:cNvGrpSpPr/>
          <p:nvPr/>
        </p:nvGrpSpPr>
        <p:grpSpPr>
          <a:xfrm>
            <a:off x="-401355" y="-204585"/>
            <a:ext cx="11780522" cy="7153066"/>
            <a:chOff x="2040706" y="-4861072"/>
            <a:chExt cx="8471412" cy="7020361"/>
          </a:xfrm>
        </p:grpSpPr>
        <p:grpSp>
          <p:nvGrpSpPr>
            <p:cNvPr id="280" name="Group 279">
              <a:extLst>
                <a:ext uri="{FF2B5EF4-FFF2-40B4-BE49-F238E27FC236}">
                  <a16:creationId xmlns:a16="http://schemas.microsoft.com/office/drawing/2014/main" id="{F47F4A33-6C53-FDF6-44AB-320B779C2946}"/>
                </a:ext>
              </a:extLst>
            </p:cNvPr>
            <p:cNvGrpSpPr/>
            <p:nvPr/>
          </p:nvGrpSpPr>
          <p:grpSpPr>
            <a:xfrm>
              <a:off x="2040706" y="-4861072"/>
              <a:ext cx="8471412" cy="7020361"/>
              <a:chOff x="-6243967" y="-162361"/>
              <a:chExt cx="8471412" cy="7020361"/>
            </a:xfrm>
          </p:grpSpPr>
          <p:grpSp>
            <p:nvGrpSpPr>
              <p:cNvPr id="285" name="Group 284">
                <a:extLst>
                  <a:ext uri="{FF2B5EF4-FFF2-40B4-BE49-F238E27FC236}">
                    <a16:creationId xmlns:a16="http://schemas.microsoft.com/office/drawing/2014/main" id="{6BE5CEE6-6A5C-82CD-9CE7-2F9C31463120}"/>
                  </a:ext>
                </a:extLst>
              </p:cNvPr>
              <p:cNvGrpSpPr/>
              <p:nvPr/>
            </p:nvGrpSpPr>
            <p:grpSpPr>
              <a:xfrm>
                <a:off x="-6243967" y="-162361"/>
                <a:ext cx="8322886" cy="7020361"/>
                <a:chOff x="-3943236" y="-162361"/>
                <a:chExt cx="9695091" cy="7020361"/>
              </a:xfrm>
            </p:grpSpPr>
            <p:sp>
              <p:nvSpPr>
                <p:cNvPr id="287" name="Rectangle 286">
                  <a:extLst>
                    <a:ext uri="{FF2B5EF4-FFF2-40B4-BE49-F238E27FC236}">
                      <a16:creationId xmlns:a16="http://schemas.microsoft.com/office/drawing/2014/main" id="{69C7B60F-176B-A58D-4F60-5DFE3855F9F1}"/>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8" name="Rectangle: Rounded Corners 287">
                  <a:extLst>
                    <a:ext uri="{FF2B5EF4-FFF2-40B4-BE49-F238E27FC236}">
                      <a16:creationId xmlns:a16="http://schemas.microsoft.com/office/drawing/2014/main" id="{52950B5F-AF8E-1C1D-B9B7-045D08308F08}"/>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6" name="TextBox 285">
                <a:extLst>
                  <a:ext uri="{FF2B5EF4-FFF2-40B4-BE49-F238E27FC236}">
                    <a16:creationId xmlns:a16="http://schemas.microsoft.com/office/drawing/2014/main" id="{4EE199B2-2184-9355-1469-F45CCD75109C}"/>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281" name="Group 280">
              <a:extLst>
                <a:ext uri="{FF2B5EF4-FFF2-40B4-BE49-F238E27FC236}">
                  <a16:creationId xmlns:a16="http://schemas.microsoft.com/office/drawing/2014/main" id="{BA0A4EC7-CCC4-8701-4172-37A31C658DA3}"/>
                </a:ext>
              </a:extLst>
            </p:cNvPr>
            <p:cNvGrpSpPr/>
            <p:nvPr/>
          </p:nvGrpSpPr>
          <p:grpSpPr>
            <a:xfrm>
              <a:off x="2909913" y="-4836143"/>
              <a:ext cx="7562200" cy="5924589"/>
              <a:chOff x="2909913" y="-4836143"/>
              <a:chExt cx="7562200" cy="5924589"/>
            </a:xfrm>
          </p:grpSpPr>
          <p:sp>
            <p:nvSpPr>
              <p:cNvPr id="282" name="TextBox 281">
                <a:extLst>
                  <a:ext uri="{FF2B5EF4-FFF2-40B4-BE49-F238E27FC236}">
                    <a16:creationId xmlns:a16="http://schemas.microsoft.com/office/drawing/2014/main" id="{C75672CB-74D5-7636-37E6-50FB6A7790EF}"/>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283" name="TextBox 282">
                <a:extLst>
                  <a:ext uri="{FF2B5EF4-FFF2-40B4-BE49-F238E27FC236}">
                    <a16:creationId xmlns:a16="http://schemas.microsoft.com/office/drawing/2014/main" id="{2E9D3A51-FFC3-F998-6350-E0C41A4446A6}"/>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284" name="TextBox 283">
                <a:extLst>
                  <a:ext uri="{FF2B5EF4-FFF2-40B4-BE49-F238E27FC236}">
                    <a16:creationId xmlns:a16="http://schemas.microsoft.com/office/drawing/2014/main" id="{6DB1BC0C-10DB-2471-947D-03ED78B38D04}"/>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289" name="Group 288">
            <a:extLst>
              <a:ext uri="{FF2B5EF4-FFF2-40B4-BE49-F238E27FC236}">
                <a16:creationId xmlns:a16="http://schemas.microsoft.com/office/drawing/2014/main" id="{ECEC27D5-9F75-5CE2-B67A-0BD773924775}"/>
              </a:ext>
            </a:extLst>
          </p:cNvPr>
          <p:cNvGrpSpPr/>
          <p:nvPr/>
        </p:nvGrpSpPr>
        <p:grpSpPr>
          <a:xfrm>
            <a:off x="-11708979" y="-88702"/>
            <a:ext cx="13539582" cy="7352494"/>
            <a:chOff x="1174527" y="8379854"/>
            <a:chExt cx="8293851" cy="7003052"/>
          </a:xfrm>
        </p:grpSpPr>
        <p:grpSp>
          <p:nvGrpSpPr>
            <p:cNvPr id="290" name="Group 289">
              <a:extLst>
                <a:ext uri="{FF2B5EF4-FFF2-40B4-BE49-F238E27FC236}">
                  <a16:creationId xmlns:a16="http://schemas.microsoft.com/office/drawing/2014/main" id="{0561F2D1-074F-5349-F1AE-7B021CC112D8}"/>
                </a:ext>
              </a:extLst>
            </p:cNvPr>
            <p:cNvGrpSpPr/>
            <p:nvPr/>
          </p:nvGrpSpPr>
          <p:grpSpPr>
            <a:xfrm>
              <a:off x="1174527" y="8379854"/>
              <a:ext cx="8293851" cy="7003052"/>
              <a:chOff x="-6874038" y="-145052"/>
              <a:chExt cx="8293851" cy="7003052"/>
            </a:xfrm>
          </p:grpSpPr>
          <p:grpSp>
            <p:nvGrpSpPr>
              <p:cNvPr id="294" name="Group 293">
                <a:extLst>
                  <a:ext uri="{FF2B5EF4-FFF2-40B4-BE49-F238E27FC236}">
                    <a16:creationId xmlns:a16="http://schemas.microsoft.com/office/drawing/2014/main" id="{54E5ACBA-E099-AAAD-C147-54C8F3CF1DC6}"/>
                  </a:ext>
                </a:extLst>
              </p:cNvPr>
              <p:cNvGrpSpPr/>
              <p:nvPr/>
            </p:nvGrpSpPr>
            <p:grpSpPr>
              <a:xfrm>
                <a:off x="-6874038" y="-145052"/>
                <a:ext cx="8174555" cy="7003052"/>
                <a:chOff x="-3373649" y="-145052"/>
                <a:chExt cx="6912525" cy="7003052"/>
              </a:xfrm>
            </p:grpSpPr>
            <p:sp>
              <p:nvSpPr>
                <p:cNvPr id="296" name="Rectangle 295">
                  <a:extLst>
                    <a:ext uri="{FF2B5EF4-FFF2-40B4-BE49-F238E27FC236}">
                      <a16:creationId xmlns:a16="http://schemas.microsoft.com/office/drawing/2014/main" id="{57F3E848-629A-A8BB-832A-1E07C7FBF316}"/>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7" name="Rectangle: Rounded Corners 296">
                  <a:extLst>
                    <a:ext uri="{FF2B5EF4-FFF2-40B4-BE49-F238E27FC236}">
                      <a16:creationId xmlns:a16="http://schemas.microsoft.com/office/drawing/2014/main" id="{86738502-18F1-EEA9-94DC-C79E61363874}"/>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5" name="TextBox 294">
                <a:extLst>
                  <a:ext uri="{FF2B5EF4-FFF2-40B4-BE49-F238E27FC236}">
                    <a16:creationId xmlns:a16="http://schemas.microsoft.com/office/drawing/2014/main" id="{AE593EC4-408D-F136-0F07-ACC249BF7519}"/>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291" name="TextBox 290">
              <a:extLst>
                <a:ext uri="{FF2B5EF4-FFF2-40B4-BE49-F238E27FC236}">
                  <a16:creationId xmlns:a16="http://schemas.microsoft.com/office/drawing/2014/main" id="{A48C358F-4502-7788-00BF-55485A4BD91B}"/>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292" name="TextBox 291">
              <a:extLst>
                <a:ext uri="{FF2B5EF4-FFF2-40B4-BE49-F238E27FC236}">
                  <a16:creationId xmlns:a16="http://schemas.microsoft.com/office/drawing/2014/main" id="{AD4CD27B-B14A-AB9A-D07E-FA4B8DCAED41}"/>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293" name="TextBox 292">
              <a:extLst>
                <a:ext uri="{FF2B5EF4-FFF2-40B4-BE49-F238E27FC236}">
                  <a16:creationId xmlns:a16="http://schemas.microsoft.com/office/drawing/2014/main" id="{450181EF-A921-BCA5-9C51-2374BB580EB0}"/>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3569823063"/>
      </p:ext>
    </p:extLst>
  </p:cSld>
  <p:clrMapOvr>
    <a:masterClrMapping/>
  </p:clrMapOvr>
  <p:transition spd="slow">
    <p:push dir="r"/>
  </p:transition>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9CBDBA14-72BB-F9ED-6566-9B7E500323CB}"/>
            </a:ext>
          </a:extLst>
        </p:cNvPr>
        <p:cNvGrpSpPr/>
        <p:nvPr/>
      </p:nvGrpSpPr>
      <p:grpSpPr>
        <a:xfrm>
          <a:off x="0" y="0"/>
          <a:ext cx="0" cy="0"/>
          <a:chOff x="0" y="0"/>
          <a:chExt cx="0" cy="0"/>
        </a:xfrm>
      </p:grpSpPr>
      <p:grpSp>
        <p:nvGrpSpPr>
          <p:cNvPr id="261" name="Group 260">
            <a:extLst>
              <a:ext uri="{FF2B5EF4-FFF2-40B4-BE49-F238E27FC236}">
                <a16:creationId xmlns:a16="http://schemas.microsoft.com/office/drawing/2014/main" id="{27161D33-893A-8AE5-6F3E-DF22E0BC7199}"/>
              </a:ext>
            </a:extLst>
          </p:cNvPr>
          <p:cNvGrpSpPr/>
          <p:nvPr/>
        </p:nvGrpSpPr>
        <p:grpSpPr>
          <a:xfrm>
            <a:off x="484122" y="-52844"/>
            <a:ext cx="10984517" cy="6914472"/>
            <a:chOff x="-257563" y="10094754"/>
            <a:chExt cx="11518553" cy="6912123"/>
          </a:xfrm>
        </p:grpSpPr>
        <p:grpSp>
          <p:nvGrpSpPr>
            <p:cNvPr id="262" name="Group 261">
              <a:extLst>
                <a:ext uri="{FF2B5EF4-FFF2-40B4-BE49-F238E27FC236}">
                  <a16:creationId xmlns:a16="http://schemas.microsoft.com/office/drawing/2014/main" id="{DDC3F3FB-F3A4-19B3-EC38-BE6FD6DA480E}"/>
                </a:ext>
              </a:extLst>
            </p:cNvPr>
            <p:cNvGrpSpPr/>
            <p:nvPr/>
          </p:nvGrpSpPr>
          <p:grpSpPr>
            <a:xfrm>
              <a:off x="-257563" y="10148877"/>
              <a:ext cx="11518553" cy="6858000"/>
              <a:chOff x="-8035512" y="-1"/>
              <a:chExt cx="11518553" cy="6858000"/>
            </a:xfrm>
          </p:grpSpPr>
          <p:grpSp>
            <p:nvGrpSpPr>
              <p:cNvPr id="266" name="Group 265">
                <a:extLst>
                  <a:ext uri="{FF2B5EF4-FFF2-40B4-BE49-F238E27FC236}">
                    <a16:creationId xmlns:a16="http://schemas.microsoft.com/office/drawing/2014/main" id="{BB413128-0E14-88F8-1E6C-987827D5158B}"/>
                  </a:ext>
                </a:extLst>
              </p:cNvPr>
              <p:cNvGrpSpPr/>
              <p:nvPr/>
            </p:nvGrpSpPr>
            <p:grpSpPr>
              <a:xfrm>
                <a:off x="-8035512" y="-1"/>
                <a:ext cx="11437931" cy="6858000"/>
                <a:chOff x="-1114355" y="-1"/>
                <a:chExt cx="11437931" cy="6858000"/>
              </a:xfrm>
            </p:grpSpPr>
            <p:sp>
              <p:nvSpPr>
                <p:cNvPr id="268" name="Rectangle 267">
                  <a:extLst>
                    <a:ext uri="{FF2B5EF4-FFF2-40B4-BE49-F238E27FC236}">
                      <a16:creationId xmlns:a16="http://schemas.microsoft.com/office/drawing/2014/main" id="{1BDA597B-791D-0DC5-8D3B-FC1BA42C954F}"/>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9" name="Rectangle: Rounded Corners 268">
                  <a:extLst>
                    <a:ext uri="{FF2B5EF4-FFF2-40B4-BE49-F238E27FC236}">
                      <a16:creationId xmlns:a16="http://schemas.microsoft.com/office/drawing/2014/main" id="{FEB00A5F-16FC-17CA-CB37-780B1859CC85}"/>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7" name="TextBox 266">
                <a:extLst>
                  <a:ext uri="{FF2B5EF4-FFF2-40B4-BE49-F238E27FC236}">
                    <a16:creationId xmlns:a16="http://schemas.microsoft.com/office/drawing/2014/main" id="{AA1720F9-F667-A467-7968-F6B966E369EC}"/>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263" name="TextBox 262">
              <a:extLst>
                <a:ext uri="{FF2B5EF4-FFF2-40B4-BE49-F238E27FC236}">
                  <a16:creationId xmlns:a16="http://schemas.microsoft.com/office/drawing/2014/main" id="{BF6834D4-12C0-B920-D0D0-93979721C7EF}"/>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264" name="TextBox 263">
              <a:extLst>
                <a:ext uri="{FF2B5EF4-FFF2-40B4-BE49-F238E27FC236}">
                  <a16:creationId xmlns:a16="http://schemas.microsoft.com/office/drawing/2014/main" id="{3948915D-A589-6E5D-284E-39BFC9CDE7B2}"/>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265" name="TextBox 264">
              <a:extLst>
                <a:ext uri="{FF2B5EF4-FFF2-40B4-BE49-F238E27FC236}">
                  <a16:creationId xmlns:a16="http://schemas.microsoft.com/office/drawing/2014/main" id="{1306DEB9-0205-900B-810B-1AFE3DA11AAB}"/>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270" name="Group 269">
            <a:extLst>
              <a:ext uri="{FF2B5EF4-FFF2-40B4-BE49-F238E27FC236}">
                <a16:creationId xmlns:a16="http://schemas.microsoft.com/office/drawing/2014/main" id="{CEB078E0-7AD0-A720-EEE5-B2BD40CADE26}"/>
              </a:ext>
            </a:extLst>
          </p:cNvPr>
          <p:cNvGrpSpPr/>
          <p:nvPr/>
        </p:nvGrpSpPr>
        <p:grpSpPr>
          <a:xfrm>
            <a:off x="-55497" y="-88702"/>
            <a:ext cx="11479063" cy="7352494"/>
            <a:chOff x="184608" y="7442200"/>
            <a:chExt cx="9066350" cy="7155049"/>
          </a:xfrm>
        </p:grpSpPr>
        <p:grpSp>
          <p:nvGrpSpPr>
            <p:cNvPr id="271" name="Group 270">
              <a:extLst>
                <a:ext uri="{FF2B5EF4-FFF2-40B4-BE49-F238E27FC236}">
                  <a16:creationId xmlns:a16="http://schemas.microsoft.com/office/drawing/2014/main" id="{D0B6CC70-743A-5377-8A0B-6A430A474FD5}"/>
                </a:ext>
              </a:extLst>
            </p:cNvPr>
            <p:cNvGrpSpPr/>
            <p:nvPr/>
          </p:nvGrpSpPr>
          <p:grpSpPr>
            <a:xfrm>
              <a:off x="184608" y="7442200"/>
              <a:ext cx="9066350" cy="6858000"/>
              <a:chOff x="710860" y="711648"/>
              <a:chExt cx="9066350" cy="6858000"/>
            </a:xfrm>
          </p:grpSpPr>
          <p:grpSp>
            <p:nvGrpSpPr>
              <p:cNvPr id="275" name="Group 274">
                <a:extLst>
                  <a:ext uri="{FF2B5EF4-FFF2-40B4-BE49-F238E27FC236}">
                    <a16:creationId xmlns:a16="http://schemas.microsoft.com/office/drawing/2014/main" id="{118A23E5-B5A7-C0F9-BBE7-03AFCF008A07}"/>
                  </a:ext>
                </a:extLst>
              </p:cNvPr>
              <p:cNvGrpSpPr/>
              <p:nvPr/>
            </p:nvGrpSpPr>
            <p:grpSpPr>
              <a:xfrm>
                <a:off x="710860" y="711648"/>
                <a:ext cx="8936350" cy="6858000"/>
                <a:chOff x="-1172929" y="0"/>
                <a:chExt cx="8936350" cy="6858000"/>
              </a:xfrm>
            </p:grpSpPr>
            <p:sp>
              <p:nvSpPr>
                <p:cNvPr id="277" name="Rectangle 276">
                  <a:extLst>
                    <a:ext uri="{FF2B5EF4-FFF2-40B4-BE49-F238E27FC236}">
                      <a16:creationId xmlns:a16="http://schemas.microsoft.com/office/drawing/2014/main" id="{457297E7-71D2-12EB-D4C1-3671A638AD0F}"/>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8" name="Rectangle: Rounded Corners 277">
                  <a:extLst>
                    <a:ext uri="{FF2B5EF4-FFF2-40B4-BE49-F238E27FC236}">
                      <a16:creationId xmlns:a16="http://schemas.microsoft.com/office/drawing/2014/main" id="{DF982F79-63EB-2CF1-8AC1-497AB0CDE7CB}"/>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6" name="TextBox 275">
                <a:extLst>
                  <a:ext uri="{FF2B5EF4-FFF2-40B4-BE49-F238E27FC236}">
                    <a16:creationId xmlns:a16="http://schemas.microsoft.com/office/drawing/2014/main" id="{A8AF3933-8E7A-8321-0FF3-597058A2268D}"/>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272" name="TextBox 271">
              <a:extLst>
                <a:ext uri="{FF2B5EF4-FFF2-40B4-BE49-F238E27FC236}">
                  <a16:creationId xmlns:a16="http://schemas.microsoft.com/office/drawing/2014/main" id="{5B56A7BE-4FDF-69FE-4B4E-2332F20D94C5}"/>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273" name="TextBox 272">
              <a:extLst>
                <a:ext uri="{FF2B5EF4-FFF2-40B4-BE49-F238E27FC236}">
                  <a16:creationId xmlns:a16="http://schemas.microsoft.com/office/drawing/2014/main" id="{831BBBCD-1F64-6B40-E7ED-CFA5105E6C1C}"/>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274" name="TextBox 273">
              <a:extLst>
                <a:ext uri="{FF2B5EF4-FFF2-40B4-BE49-F238E27FC236}">
                  <a16:creationId xmlns:a16="http://schemas.microsoft.com/office/drawing/2014/main" id="{E08B66C4-9954-1EE3-0BFA-017E6B7814EC}"/>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279" name="Group 278">
            <a:extLst>
              <a:ext uri="{FF2B5EF4-FFF2-40B4-BE49-F238E27FC236}">
                <a16:creationId xmlns:a16="http://schemas.microsoft.com/office/drawing/2014/main" id="{BDC40207-00DE-D102-19F9-BD64532E1007}"/>
              </a:ext>
            </a:extLst>
          </p:cNvPr>
          <p:cNvGrpSpPr/>
          <p:nvPr/>
        </p:nvGrpSpPr>
        <p:grpSpPr>
          <a:xfrm>
            <a:off x="-401355" y="-204585"/>
            <a:ext cx="11780522" cy="7153066"/>
            <a:chOff x="2040706" y="-4861072"/>
            <a:chExt cx="8471412" cy="7020361"/>
          </a:xfrm>
        </p:grpSpPr>
        <p:grpSp>
          <p:nvGrpSpPr>
            <p:cNvPr id="280" name="Group 279">
              <a:extLst>
                <a:ext uri="{FF2B5EF4-FFF2-40B4-BE49-F238E27FC236}">
                  <a16:creationId xmlns:a16="http://schemas.microsoft.com/office/drawing/2014/main" id="{AD9649C0-1210-B2B3-EFD8-898249F32993}"/>
                </a:ext>
              </a:extLst>
            </p:cNvPr>
            <p:cNvGrpSpPr/>
            <p:nvPr/>
          </p:nvGrpSpPr>
          <p:grpSpPr>
            <a:xfrm>
              <a:off x="2040706" y="-4861072"/>
              <a:ext cx="8471412" cy="7020361"/>
              <a:chOff x="-6243967" y="-162361"/>
              <a:chExt cx="8471412" cy="7020361"/>
            </a:xfrm>
          </p:grpSpPr>
          <p:grpSp>
            <p:nvGrpSpPr>
              <p:cNvPr id="285" name="Group 284">
                <a:extLst>
                  <a:ext uri="{FF2B5EF4-FFF2-40B4-BE49-F238E27FC236}">
                    <a16:creationId xmlns:a16="http://schemas.microsoft.com/office/drawing/2014/main" id="{58B31492-33EE-DB9B-5CDD-A99DEA4B514C}"/>
                  </a:ext>
                </a:extLst>
              </p:cNvPr>
              <p:cNvGrpSpPr/>
              <p:nvPr/>
            </p:nvGrpSpPr>
            <p:grpSpPr>
              <a:xfrm>
                <a:off x="-6243967" y="-162361"/>
                <a:ext cx="8322886" cy="7020361"/>
                <a:chOff x="-3943236" y="-162361"/>
                <a:chExt cx="9695091" cy="7020361"/>
              </a:xfrm>
            </p:grpSpPr>
            <p:sp>
              <p:nvSpPr>
                <p:cNvPr id="287" name="Rectangle 286">
                  <a:extLst>
                    <a:ext uri="{FF2B5EF4-FFF2-40B4-BE49-F238E27FC236}">
                      <a16:creationId xmlns:a16="http://schemas.microsoft.com/office/drawing/2014/main" id="{050B0FF0-BAE7-6532-783F-86A751F1695B}"/>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8" name="Rectangle: Rounded Corners 287">
                  <a:extLst>
                    <a:ext uri="{FF2B5EF4-FFF2-40B4-BE49-F238E27FC236}">
                      <a16:creationId xmlns:a16="http://schemas.microsoft.com/office/drawing/2014/main" id="{6EFCFC95-60E9-CCD2-D2C4-F3854D83F78F}"/>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6" name="TextBox 285">
                <a:extLst>
                  <a:ext uri="{FF2B5EF4-FFF2-40B4-BE49-F238E27FC236}">
                    <a16:creationId xmlns:a16="http://schemas.microsoft.com/office/drawing/2014/main" id="{59114AE7-F037-8BEF-AFC8-133790B99DDA}"/>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281" name="Group 280">
              <a:extLst>
                <a:ext uri="{FF2B5EF4-FFF2-40B4-BE49-F238E27FC236}">
                  <a16:creationId xmlns:a16="http://schemas.microsoft.com/office/drawing/2014/main" id="{B1910AC0-E16B-64C1-6CA8-E93659316834}"/>
                </a:ext>
              </a:extLst>
            </p:cNvPr>
            <p:cNvGrpSpPr/>
            <p:nvPr/>
          </p:nvGrpSpPr>
          <p:grpSpPr>
            <a:xfrm>
              <a:off x="2909913" y="-4836143"/>
              <a:ext cx="7562200" cy="5924589"/>
              <a:chOff x="2909913" y="-4836143"/>
              <a:chExt cx="7562200" cy="5924589"/>
            </a:xfrm>
          </p:grpSpPr>
          <p:sp>
            <p:nvSpPr>
              <p:cNvPr id="282" name="TextBox 281">
                <a:extLst>
                  <a:ext uri="{FF2B5EF4-FFF2-40B4-BE49-F238E27FC236}">
                    <a16:creationId xmlns:a16="http://schemas.microsoft.com/office/drawing/2014/main" id="{A68D1F6C-1103-70AA-8834-31AEAE827E1E}"/>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283" name="TextBox 282">
                <a:extLst>
                  <a:ext uri="{FF2B5EF4-FFF2-40B4-BE49-F238E27FC236}">
                    <a16:creationId xmlns:a16="http://schemas.microsoft.com/office/drawing/2014/main" id="{19E1EFD3-198E-9952-F222-EA47116FE03C}"/>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284" name="TextBox 283">
                <a:extLst>
                  <a:ext uri="{FF2B5EF4-FFF2-40B4-BE49-F238E27FC236}">
                    <a16:creationId xmlns:a16="http://schemas.microsoft.com/office/drawing/2014/main" id="{CA07F297-6A74-8D0C-314F-D1EC8D580BC9}"/>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289" name="Group 288">
            <a:extLst>
              <a:ext uri="{FF2B5EF4-FFF2-40B4-BE49-F238E27FC236}">
                <a16:creationId xmlns:a16="http://schemas.microsoft.com/office/drawing/2014/main" id="{AF9B69A0-B9A1-CFDB-DCF5-29249F7B4D21}"/>
              </a:ext>
            </a:extLst>
          </p:cNvPr>
          <p:cNvGrpSpPr/>
          <p:nvPr/>
        </p:nvGrpSpPr>
        <p:grpSpPr>
          <a:xfrm>
            <a:off x="-2160415" y="-88702"/>
            <a:ext cx="13539582" cy="7352494"/>
            <a:chOff x="1174527" y="8379854"/>
            <a:chExt cx="8293851" cy="7003052"/>
          </a:xfrm>
        </p:grpSpPr>
        <p:grpSp>
          <p:nvGrpSpPr>
            <p:cNvPr id="290" name="Group 289">
              <a:extLst>
                <a:ext uri="{FF2B5EF4-FFF2-40B4-BE49-F238E27FC236}">
                  <a16:creationId xmlns:a16="http://schemas.microsoft.com/office/drawing/2014/main" id="{7705FF97-3F10-52BB-42EB-164B33147C52}"/>
                </a:ext>
              </a:extLst>
            </p:cNvPr>
            <p:cNvGrpSpPr/>
            <p:nvPr/>
          </p:nvGrpSpPr>
          <p:grpSpPr>
            <a:xfrm>
              <a:off x="1174527" y="8379854"/>
              <a:ext cx="8293851" cy="7003052"/>
              <a:chOff x="-6874038" y="-145052"/>
              <a:chExt cx="8293851" cy="7003052"/>
            </a:xfrm>
          </p:grpSpPr>
          <p:grpSp>
            <p:nvGrpSpPr>
              <p:cNvPr id="294" name="Group 293">
                <a:extLst>
                  <a:ext uri="{FF2B5EF4-FFF2-40B4-BE49-F238E27FC236}">
                    <a16:creationId xmlns:a16="http://schemas.microsoft.com/office/drawing/2014/main" id="{3012ED87-1282-62D5-4315-5B9A7A373CC6}"/>
                  </a:ext>
                </a:extLst>
              </p:cNvPr>
              <p:cNvGrpSpPr/>
              <p:nvPr/>
            </p:nvGrpSpPr>
            <p:grpSpPr>
              <a:xfrm>
                <a:off x="-6874038" y="-145052"/>
                <a:ext cx="8174555" cy="7003052"/>
                <a:chOff x="-3373649" y="-145052"/>
                <a:chExt cx="6912525" cy="7003052"/>
              </a:xfrm>
            </p:grpSpPr>
            <p:sp>
              <p:nvSpPr>
                <p:cNvPr id="296" name="Rectangle 295">
                  <a:extLst>
                    <a:ext uri="{FF2B5EF4-FFF2-40B4-BE49-F238E27FC236}">
                      <a16:creationId xmlns:a16="http://schemas.microsoft.com/office/drawing/2014/main" id="{03CCECC2-459A-8C5F-5DFF-11EFED41017E}"/>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7" name="Rectangle: Rounded Corners 296">
                  <a:extLst>
                    <a:ext uri="{FF2B5EF4-FFF2-40B4-BE49-F238E27FC236}">
                      <a16:creationId xmlns:a16="http://schemas.microsoft.com/office/drawing/2014/main" id="{1800E64A-6E27-C637-DD99-E78FDE901846}"/>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95" name="TextBox 294">
                <a:extLst>
                  <a:ext uri="{FF2B5EF4-FFF2-40B4-BE49-F238E27FC236}">
                    <a16:creationId xmlns:a16="http://schemas.microsoft.com/office/drawing/2014/main" id="{2B6647B0-48AF-8DB1-B4E9-6EF7E2858287}"/>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291" name="TextBox 290">
              <a:extLst>
                <a:ext uri="{FF2B5EF4-FFF2-40B4-BE49-F238E27FC236}">
                  <a16:creationId xmlns:a16="http://schemas.microsoft.com/office/drawing/2014/main" id="{7CBFBEDA-A84E-0ACE-9FEC-BD40430850AA}"/>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292" name="TextBox 291">
              <a:extLst>
                <a:ext uri="{FF2B5EF4-FFF2-40B4-BE49-F238E27FC236}">
                  <a16:creationId xmlns:a16="http://schemas.microsoft.com/office/drawing/2014/main" id="{920085D7-D857-77A8-D1D1-C6417ACCDF08}"/>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293" name="TextBox 292">
              <a:extLst>
                <a:ext uri="{FF2B5EF4-FFF2-40B4-BE49-F238E27FC236}">
                  <a16:creationId xmlns:a16="http://schemas.microsoft.com/office/drawing/2014/main" id="{14B96861-1119-FAD8-F9A5-DC882B555859}"/>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,names,words and even the grid allowing the user to save and load the game whenever they want .</a:t>
              </a:r>
            </a:p>
          </p:txBody>
        </p:sp>
      </p:grpSp>
    </p:spTree>
    <p:extLst>
      <p:ext uri="{BB962C8B-B14F-4D97-AF65-F5344CB8AC3E}">
        <p14:creationId xmlns:p14="http://schemas.microsoft.com/office/powerpoint/2010/main" val="3693645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6EC5CBAB-A20E-D09B-826D-FEF56EDCD1D9}"/>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B94FCBE9-A983-2062-F1DF-287E7EFFBC4A}"/>
              </a:ext>
            </a:extLst>
          </p:cNvPr>
          <p:cNvPicPr>
            <a:picLocks noChangeAspect="1"/>
          </p:cNvPicPr>
          <p:nvPr/>
        </p:nvPicPr>
        <p:blipFill>
          <a:blip r:embed="rId3"/>
          <a:stretch>
            <a:fillRect/>
          </a:stretch>
        </p:blipFill>
        <p:spPr>
          <a:xfrm>
            <a:off x="0" y="2002535"/>
            <a:ext cx="5551455" cy="2464933"/>
          </a:xfrm>
          <a:prstGeom prst="rect">
            <a:avLst/>
          </a:prstGeom>
        </p:spPr>
      </p:pic>
      <p:pic>
        <p:nvPicPr>
          <p:cNvPr id="4" name="Picture 3">
            <a:extLst>
              <a:ext uri="{FF2B5EF4-FFF2-40B4-BE49-F238E27FC236}">
                <a16:creationId xmlns:a16="http://schemas.microsoft.com/office/drawing/2014/main" id="{A3657711-76AF-ADE3-F8F9-2211FE2A6645}"/>
              </a:ext>
            </a:extLst>
          </p:cNvPr>
          <p:cNvPicPr>
            <a:picLocks noChangeAspect="1"/>
          </p:cNvPicPr>
          <p:nvPr/>
        </p:nvPicPr>
        <p:blipFill>
          <a:blip r:embed="rId4"/>
          <a:stretch>
            <a:fillRect/>
          </a:stretch>
        </p:blipFill>
        <p:spPr>
          <a:xfrm>
            <a:off x="5551455" y="875285"/>
            <a:ext cx="5723897" cy="5612698"/>
          </a:xfrm>
          <a:prstGeom prst="rect">
            <a:avLst/>
          </a:prstGeom>
        </p:spPr>
      </p:pic>
      <p:sp>
        <p:nvSpPr>
          <p:cNvPr id="2" name="TextBox 1">
            <a:extLst>
              <a:ext uri="{FF2B5EF4-FFF2-40B4-BE49-F238E27FC236}">
                <a16:creationId xmlns:a16="http://schemas.microsoft.com/office/drawing/2014/main" id="{CF80B6F4-43F0-D410-1BB9-9A9D5DABE53A}"/>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01</a:t>
            </a:r>
          </a:p>
        </p:txBody>
      </p:sp>
    </p:spTree>
    <p:extLst>
      <p:ext uri="{BB962C8B-B14F-4D97-AF65-F5344CB8AC3E}">
        <p14:creationId xmlns:p14="http://schemas.microsoft.com/office/powerpoint/2010/main" val="1280794576"/>
      </p:ext>
    </p:extLst>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31010B0C-B802-B5C8-ED1F-A29B47E41766}"/>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641F7650-97FF-93B1-9480-BE5F11A44EA5}"/>
              </a:ext>
            </a:extLst>
          </p:cNvPr>
          <p:cNvPicPr>
            <a:picLocks noChangeAspect="1"/>
          </p:cNvPicPr>
          <p:nvPr/>
        </p:nvPicPr>
        <p:blipFill>
          <a:blip r:embed="rId3"/>
          <a:stretch>
            <a:fillRect/>
          </a:stretch>
        </p:blipFill>
        <p:spPr>
          <a:xfrm>
            <a:off x="8470900" y="3470708"/>
            <a:ext cx="3721100" cy="3387291"/>
          </a:xfrm>
          <a:prstGeom prst="rect">
            <a:avLst/>
          </a:prstGeom>
        </p:spPr>
      </p:pic>
      <p:pic>
        <p:nvPicPr>
          <p:cNvPr id="4" name="Picture 3">
            <a:extLst>
              <a:ext uri="{FF2B5EF4-FFF2-40B4-BE49-F238E27FC236}">
                <a16:creationId xmlns:a16="http://schemas.microsoft.com/office/drawing/2014/main" id="{A33A5486-327E-071B-D4A7-3DBCDDE1515C}"/>
              </a:ext>
            </a:extLst>
          </p:cNvPr>
          <p:cNvPicPr>
            <a:picLocks noChangeAspect="1"/>
          </p:cNvPicPr>
          <p:nvPr/>
        </p:nvPicPr>
        <p:blipFill>
          <a:blip r:embed="rId4"/>
          <a:stretch>
            <a:fillRect/>
          </a:stretch>
        </p:blipFill>
        <p:spPr>
          <a:xfrm>
            <a:off x="155284" y="32707"/>
            <a:ext cx="5476193" cy="6792585"/>
          </a:xfrm>
          <a:prstGeom prst="rect">
            <a:avLst/>
          </a:prstGeom>
        </p:spPr>
      </p:pic>
      <p:pic>
        <p:nvPicPr>
          <p:cNvPr id="6" name="Picture 5">
            <a:extLst>
              <a:ext uri="{FF2B5EF4-FFF2-40B4-BE49-F238E27FC236}">
                <a16:creationId xmlns:a16="http://schemas.microsoft.com/office/drawing/2014/main" id="{6BB96EC5-C354-2BF5-A725-4C13D77D7B73}"/>
              </a:ext>
            </a:extLst>
          </p:cNvPr>
          <p:cNvPicPr>
            <a:picLocks noChangeAspect="1"/>
          </p:cNvPicPr>
          <p:nvPr/>
        </p:nvPicPr>
        <p:blipFill>
          <a:blip r:embed="rId5"/>
          <a:stretch>
            <a:fillRect/>
          </a:stretch>
        </p:blipFill>
        <p:spPr>
          <a:xfrm>
            <a:off x="5056185" y="470628"/>
            <a:ext cx="6115904" cy="2915057"/>
          </a:xfrm>
          <a:prstGeom prst="rect">
            <a:avLst/>
          </a:prstGeom>
        </p:spPr>
      </p:pic>
      <p:sp>
        <p:nvSpPr>
          <p:cNvPr id="2" name="TextBox 1">
            <a:extLst>
              <a:ext uri="{FF2B5EF4-FFF2-40B4-BE49-F238E27FC236}">
                <a16:creationId xmlns:a16="http://schemas.microsoft.com/office/drawing/2014/main" id="{63770E1D-7955-78FC-AA04-324E01BE65DF}"/>
              </a:ext>
            </a:extLst>
          </p:cNvPr>
          <p:cNvSpPr txBox="1"/>
          <p:nvPr/>
        </p:nvSpPr>
        <p:spPr>
          <a:xfrm>
            <a:off x="10778389"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01</a:t>
            </a:r>
          </a:p>
        </p:txBody>
      </p:sp>
    </p:spTree>
    <p:extLst>
      <p:ext uri="{BB962C8B-B14F-4D97-AF65-F5344CB8AC3E}">
        <p14:creationId xmlns:p14="http://schemas.microsoft.com/office/powerpoint/2010/main" val="2818320103"/>
      </p:ext>
    </p:extLst>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3A6387F3-2CB3-8360-8640-429CC890E82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40ABC97-2B9A-05EB-4A9C-F8C6AFBBBF60}"/>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01</a:t>
            </a:r>
          </a:p>
        </p:txBody>
      </p:sp>
      <p:pic>
        <p:nvPicPr>
          <p:cNvPr id="3" name="Picture 2">
            <a:extLst>
              <a:ext uri="{FF2B5EF4-FFF2-40B4-BE49-F238E27FC236}">
                <a16:creationId xmlns:a16="http://schemas.microsoft.com/office/drawing/2014/main" id="{56CF9228-36BD-3821-E766-2873D060F326}"/>
              </a:ext>
            </a:extLst>
          </p:cNvPr>
          <p:cNvPicPr>
            <a:picLocks noChangeAspect="1"/>
          </p:cNvPicPr>
          <p:nvPr/>
        </p:nvPicPr>
        <p:blipFill>
          <a:blip r:embed="rId3"/>
          <a:stretch>
            <a:fillRect/>
          </a:stretch>
        </p:blipFill>
        <p:spPr>
          <a:xfrm>
            <a:off x="0" y="2100167"/>
            <a:ext cx="5003800" cy="2920585"/>
          </a:xfrm>
          <a:prstGeom prst="rect">
            <a:avLst/>
          </a:prstGeom>
        </p:spPr>
      </p:pic>
      <p:pic>
        <p:nvPicPr>
          <p:cNvPr id="6" name="Picture 5">
            <a:extLst>
              <a:ext uri="{FF2B5EF4-FFF2-40B4-BE49-F238E27FC236}">
                <a16:creationId xmlns:a16="http://schemas.microsoft.com/office/drawing/2014/main" id="{7DE3B5EA-5D60-2A24-3ED7-86A39964198C}"/>
              </a:ext>
            </a:extLst>
          </p:cNvPr>
          <p:cNvPicPr>
            <a:picLocks noChangeAspect="1"/>
          </p:cNvPicPr>
          <p:nvPr/>
        </p:nvPicPr>
        <p:blipFill>
          <a:blip r:embed="rId4"/>
          <a:stretch>
            <a:fillRect/>
          </a:stretch>
        </p:blipFill>
        <p:spPr>
          <a:xfrm>
            <a:off x="5230544" y="1084215"/>
            <a:ext cx="5628741" cy="4972287"/>
          </a:xfrm>
          <a:prstGeom prst="rect">
            <a:avLst/>
          </a:prstGeom>
        </p:spPr>
      </p:pic>
    </p:spTree>
    <p:extLst>
      <p:ext uri="{BB962C8B-B14F-4D97-AF65-F5344CB8AC3E}">
        <p14:creationId xmlns:p14="http://schemas.microsoft.com/office/powerpoint/2010/main" val="4197955759"/>
      </p:ext>
    </p:extLst>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12C7A80E-21F1-0C5C-C336-D40A4CF335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618E21F-4F45-8EC9-8DDC-84B7A73A88A8}"/>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01</a:t>
            </a:r>
          </a:p>
        </p:txBody>
      </p:sp>
      <p:pic>
        <p:nvPicPr>
          <p:cNvPr id="8" name="Picture 7">
            <a:extLst>
              <a:ext uri="{FF2B5EF4-FFF2-40B4-BE49-F238E27FC236}">
                <a16:creationId xmlns:a16="http://schemas.microsoft.com/office/drawing/2014/main" id="{0F94753B-6091-F098-1787-92C377AF2F55}"/>
              </a:ext>
            </a:extLst>
          </p:cNvPr>
          <p:cNvPicPr>
            <a:picLocks noChangeAspect="1"/>
          </p:cNvPicPr>
          <p:nvPr/>
        </p:nvPicPr>
        <p:blipFill>
          <a:blip r:embed="rId3"/>
          <a:stretch>
            <a:fillRect/>
          </a:stretch>
        </p:blipFill>
        <p:spPr>
          <a:xfrm>
            <a:off x="0" y="0"/>
            <a:ext cx="3994804" cy="6858000"/>
          </a:xfrm>
          <a:prstGeom prst="rect">
            <a:avLst/>
          </a:prstGeom>
        </p:spPr>
      </p:pic>
      <p:pic>
        <p:nvPicPr>
          <p:cNvPr id="10" name="Picture 9">
            <a:extLst>
              <a:ext uri="{FF2B5EF4-FFF2-40B4-BE49-F238E27FC236}">
                <a16:creationId xmlns:a16="http://schemas.microsoft.com/office/drawing/2014/main" id="{F4AC5750-AE95-D675-F2CA-97B3543A0A48}"/>
              </a:ext>
            </a:extLst>
          </p:cNvPr>
          <p:cNvPicPr>
            <a:picLocks noChangeAspect="1"/>
          </p:cNvPicPr>
          <p:nvPr/>
        </p:nvPicPr>
        <p:blipFill>
          <a:blip r:embed="rId4"/>
          <a:stretch>
            <a:fillRect/>
          </a:stretch>
        </p:blipFill>
        <p:spPr>
          <a:xfrm>
            <a:off x="3836780" y="6196084"/>
            <a:ext cx="3946592" cy="623816"/>
          </a:xfrm>
          <a:prstGeom prst="rect">
            <a:avLst/>
          </a:prstGeom>
        </p:spPr>
      </p:pic>
      <p:pic>
        <p:nvPicPr>
          <p:cNvPr id="3" name="Picture 2">
            <a:extLst>
              <a:ext uri="{FF2B5EF4-FFF2-40B4-BE49-F238E27FC236}">
                <a16:creationId xmlns:a16="http://schemas.microsoft.com/office/drawing/2014/main" id="{ECEDE26D-F99F-153B-06A6-3F8F613E4F14}"/>
              </a:ext>
            </a:extLst>
          </p:cNvPr>
          <p:cNvPicPr>
            <a:picLocks noChangeAspect="1"/>
          </p:cNvPicPr>
          <p:nvPr/>
        </p:nvPicPr>
        <p:blipFill>
          <a:blip r:embed="rId5"/>
          <a:stretch>
            <a:fillRect/>
          </a:stretch>
        </p:blipFill>
        <p:spPr>
          <a:xfrm>
            <a:off x="7783372" y="2997803"/>
            <a:ext cx="4369831" cy="3860198"/>
          </a:xfrm>
          <a:prstGeom prst="rect">
            <a:avLst/>
          </a:prstGeom>
        </p:spPr>
      </p:pic>
      <p:pic>
        <p:nvPicPr>
          <p:cNvPr id="4" name="Picture 3">
            <a:extLst>
              <a:ext uri="{FF2B5EF4-FFF2-40B4-BE49-F238E27FC236}">
                <a16:creationId xmlns:a16="http://schemas.microsoft.com/office/drawing/2014/main" id="{2513230E-9FF0-04B9-FC28-ACDA1D3167B3}"/>
              </a:ext>
            </a:extLst>
          </p:cNvPr>
          <p:cNvPicPr>
            <a:picLocks noChangeAspect="1"/>
          </p:cNvPicPr>
          <p:nvPr/>
        </p:nvPicPr>
        <p:blipFill>
          <a:blip r:embed="rId6"/>
          <a:stretch>
            <a:fillRect/>
          </a:stretch>
        </p:blipFill>
        <p:spPr>
          <a:xfrm>
            <a:off x="3994804" y="38100"/>
            <a:ext cx="6115904" cy="2915057"/>
          </a:xfrm>
          <a:prstGeom prst="rect">
            <a:avLst/>
          </a:prstGeom>
        </p:spPr>
      </p:pic>
    </p:spTree>
    <p:extLst>
      <p:ext uri="{BB962C8B-B14F-4D97-AF65-F5344CB8AC3E}">
        <p14:creationId xmlns:p14="http://schemas.microsoft.com/office/powerpoint/2010/main" val="804495266"/>
      </p:ext>
    </p:extLst>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EE373EB6-9688-D4BE-D208-A625EB28CA0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C6D84BF-2470-FB6C-6D6E-86C967614D65}"/>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01</a:t>
            </a:r>
          </a:p>
        </p:txBody>
      </p:sp>
      <p:pic>
        <p:nvPicPr>
          <p:cNvPr id="3" name="Picture 2">
            <a:extLst>
              <a:ext uri="{FF2B5EF4-FFF2-40B4-BE49-F238E27FC236}">
                <a16:creationId xmlns:a16="http://schemas.microsoft.com/office/drawing/2014/main" id="{B943D4BA-0203-2CD6-0FC2-72723600825B}"/>
              </a:ext>
            </a:extLst>
          </p:cNvPr>
          <p:cNvPicPr>
            <a:picLocks noChangeAspect="1"/>
          </p:cNvPicPr>
          <p:nvPr/>
        </p:nvPicPr>
        <p:blipFill>
          <a:blip r:embed="rId3"/>
          <a:stretch>
            <a:fillRect/>
          </a:stretch>
        </p:blipFill>
        <p:spPr>
          <a:xfrm>
            <a:off x="0" y="2248214"/>
            <a:ext cx="4738856" cy="2527390"/>
          </a:xfrm>
          <a:prstGeom prst="rect">
            <a:avLst/>
          </a:prstGeom>
        </p:spPr>
      </p:pic>
      <p:pic>
        <p:nvPicPr>
          <p:cNvPr id="6" name="Picture 5">
            <a:extLst>
              <a:ext uri="{FF2B5EF4-FFF2-40B4-BE49-F238E27FC236}">
                <a16:creationId xmlns:a16="http://schemas.microsoft.com/office/drawing/2014/main" id="{B5FE2ACB-78BC-C0B8-2BD5-33AE7170ACC3}"/>
              </a:ext>
            </a:extLst>
          </p:cNvPr>
          <p:cNvPicPr>
            <a:picLocks noChangeAspect="1"/>
          </p:cNvPicPr>
          <p:nvPr/>
        </p:nvPicPr>
        <p:blipFill>
          <a:blip r:embed="rId4"/>
          <a:stretch>
            <a:fillRect/>
          </a:stretch>
        </p:blipFill>
        <p:spPr>
          <a:xfrm>
            <a:off x="4957931" y="1084215"/>
            <a:ext cx="6729244" cy="5014203"/>
          </a:xfrm>
          <a:prstGeom prst="rect">
            <a:avLst/>
          </a:prstGeom>
        </p:spPr>
      </p:pic>
    </p:spTree>
    <p:extLst>
      <p:ext uri="{BB962C8B-B14F-4D97-AF65-F5344CB8AC3E}">
        <p14:creationId xmlns:p14="http://schemas.microsoft.com/office/powerpoint/2010/main" val="3133465609"/>
      </p:ext>
    </p:extLst>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EE4A8C49-D175-1ECF-8DA9-773C1EF2158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D5D7B95-20A4-0418-7846-A37304BD516F}"/>
              </a:ext>
            </a:extLst>
          </p:cNvPr>
          <p:cNvPicPr>
            <a:picLocks noChangeAspect="1"/>
          </p:cNvPicPr>
          <p:nvPr/>
        </p:nvPicPr>
        <p:blipFill>
          <a:blip r:embed="rId3"/>
          <a:stretch>
            <a:fillRect/>
          </a:stretch>
        </p:blipFill>
        <p:spPr>
          <a:xfrm>
            <a:off x="0" y="0"/>
            <a:ext cx="4756787" cy="6858000"/>
          </a:xfrm>
          <a:prstGeom prst="rect">
            <a:avLst/>
          </a:prstGeom>
        </p:spPr>
      </p:pic>
      <p:pic>
        <p:nvPicPr>
          <p:cNvPr id="5" name="Picture 4">
            <a:extLst>
              <a:ext uri="{FF2B5EF4-FFF2-40B4-BE49-F238E27FC236}">
                <a16:creationId xmlns:a16="http://schemas.microsoft.com/office/drawing/2014/main" id="{BCE7D1F7-4B31-090F-12EF-B1216DE808F4}"/>
              </a:ext>
            </a:extLst>
          </p:cNvPr>
          <p:cNvPicPr>
            <a:picLocks noChangeAspect="1"/>
          </p:cNvPicPr>
          <p:nvPr/>
        </p:nvPicPr>
        <p:blipFill>
          <a:blip r:embed="rId4"/>
          <a:stretch>
            <a:fillRect/>
          </a:stretch>
        </p:blipFill>
        <p:spPr>
          <a:xfrm>
            <a:off x="7703187" y="3581513"/>
            <a:ext cx="4397165" cy="3276487"/>
          </a:xfrm>
          <a:prstGeom prst="rect">
            <a:avLst/>
          </a:prstGeom>
        </p:spPr>
      </p:pic>
      <p:pic>
        <p:nvPicPr>
          <p:cNvPr id="7" name="Picture 6">
            <a:extLst>
              <a:ext uri="{FF2B5EF4-FFF2-40B4-BE49-F238E27FC236}">
                <a16:creationId xmlns:a16="http://schemas.microsoft.com/office/drawing/2014/main" id="{7ADB121B-0FA5-6F04-D7C1-9F20F9B04A13}"/>
              </a:ext>
            </a:extLst>
          </p:cNvPr>
          <p:cNvPicPr>
            <a:picLocks noChangeAspect="1"/>
          </p:cNvPicPr>
          <p:nvPr/>
        </p:nvPicPr>
        <p:blipFill>
          <a:blip r:embed="rId5"/>
          <a:stretch>
            <a:fillRect/>
          </a:stretch>
        </p:blipFill>
        <p:spPr>
          <a:xfrm>
            <a:off x="4756787" y="513943"/>
            <a:ext cx="6115904" cy="2915057"/>
          </a:xfrm>
          <a:prstGeom prst="rect">
            <a:avLst/>
          </a:prstGeom>
        </p:spPr>
      </p:pic>
      <p:sp>
        <p:nvSpPr>
          <p:cNvPr id="2" name="TextBox 1">
            <a:extLst>
              <a:ext uri="{FF2B5EF4-FFF2-40B4-BE49-F238E27FC236}">
                <a16:creationId xmlns:a16="http://schemas.microsoft.com/office/drawing/2014/main" id="{60C1CE0C-1A1B-E19F-C9C4-14DB9BE61FEC}"/>
              </a:ext>
            </a:extLst>
          </p:cNvPr>
          <p:cNvSpPr txBox="1"/>
          <p:nvPr/>
        </p:nvSpPr>
        <p:spPr>
          <a:xfrm>
            <a:off x="10568463" y="-116114"/>
            <a:ext cx="2233137" cy="1200329"/>
          </a:xfrm>
          <a:prstGeom prst="rect">
            <a:avLst/>
          </a:prstGeom>
          <a:noFill/>
        </p:spPr>
        <p:txBody>
          <a:bodyPr wrap="square" rtlCol="0">
            <a:spAutoFit/>
          </a:bodyPr>
          <a:lstStyle/>
          <a:p>
            <a:r>
              <a:rPr lang="en-US" sz="7200" spc="600" dirty="0">
                <a:solidFill>
                  <a:schemeClr val="bg1">
                    <a:alpha val="46000"/>
                  </a:schemeClr>
                </a:solidFill>
                <a:latin typeface="Montserrat" panose="00000800000000000000" pitchFamily="2" charset="0"/>
              </a:rPr>
              <a:t>01</a:t>
            </a:r>
          </a:p>
        </p:txBody>
      </p:sp>
    </p:spTree>
    <p:extLst>
      <p:ext uri="{BB962C8B-B14F-4D97-AF65-F5344CB8AC3E}">
        <p14:creationId xmlns:p14="http://schemas.microsoft.com/office/powerpoint/2010/main" val="159917112"/>
      </p:ext>
    </p:extLst>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bg>
      <p:bgPr>
        <a:gradFill flip="none" rotWithShape="1">
          <a:gsLst>
            <a:gs pos="67000">
              <a:srgbClr val="381850"/>
            </a:gs>
            <a:gs pos="100000">
              <a:schemeClr val="tx1">
                <a:lumMod val="85000"/>
                <a:lumOff val="15000"/>
              </a:schemeClr>
            </a:gs>
          </a:gsLst>
          <a:path path="circle">
            <a:fillToRect t="100000" r="100000"/>
          </a:path>
          <a:tileRect l="-100000" b="-100000"/>
        </a:gradFill>
        <a:effectLst/>
      </p:bgPr>
    </p:bg>
    <p:spTree>
      <p:nvGrpSpPr>
        <p:cNvPr id="1" name="">
          <a:extLst>
            <a:ext uri="{FF2B5EF4-FFF2-40B4-BE49-F238E27FC236}">
              <a16:creationId xmlns:a16="http://schemas.microsoft.com/office/drawing/2014/main" id="{DFB16F2A-FCB3-5241-D371-F46539642B10}"/>
            </a:ext>
          </a:extLst>
        </p:cNvPr>
        <p:cNvGrpSpPr/>
        <p:nvPr/>
      </p:nvGrpSpPr>
      <p:grpSpPr>
        <a:xfrm>
          <a:off x="0" y="0"/>
          <a:ext cx="0" cy="0"/>
          <a:chOff x="0" y="0"/>
          <a:chExt cx="0" cy="0"/>
        </a:xfrm>
      </p:grpSpPr>
      <p:grpSp>
        <p:nvGrpSpPr>
          <p:cNvPr id="354" name="Group 353">
            <a:extLst>
              <a:ext uri="{FF2B5EF4-FFF2-40B4-BE49-F238E27FC236}">
                <a16:creationId xmlns:a16="http://schemas.microsoft.com/office/drawing/2014/main" id="{0E06D5EA-4272-A48E-885C-8D496F205404}"/>
              </a:ext>
            </a:extLst>
          </p:cNvPr>
          <p:cNvGrpSpPr/>
          <p:nvPr/>
        </p:nvGrpSpPr>
        <p:grpSpPr>
          <a:xfrm>
            <a:off x="484122" y="-52844"/>
            <a:ext cx="10984517" cy="6914472"/>
            <a:chOff x="-257563" y="10094754"/>
            <a:chExt cx="11518553" cy="6912123"/>
          </a:xfrm>
        </p:grpSpPr>
        <p:grpSp>
          <p:nvGrpSpPr>
            <p:cNvPr id="355" name="Group 354">
              <a:extLst>
                <a:ext uri="{FF2B5EF4-FFF2-40B4-BE49-F238E27FC236}">
                  <a16:creationId xmlns:a16="http://schemas.microsoft.com/office/drawing/2014/main" id="{44E84DD7-9A8B-7362-E3E9-0E24D5BBE9EE}"/>
                </a:ext>
              </a:extLst>
            </p:cNvPr>
            <p:cNvGrpSpPr/>
            <p:nvPr/>
          </p:nvGrpSpPr>
          <p:grpSpPr>
            <a:xfrm>
              <a:off x="-257563" y="10148877"/>
              <a:ext cx="11518553" cy="6858000"/>
              <a:chOff x="-8035512" y="-1"/>
              <a:chExt cx="11518553" cy="6858000"/>
            </a:xfrm>
          </p:grpSpPr>
          <p:grpSp>
            <p:nvGrpSpPr>
              <p:cNvPr id="359" name="Group 358">
                <a:extLst>
                  <a:ext uri="{FF2B5EF4-FFF2-40B4-BE49-F238E27FC236}">
                    <a16:creationId xmlns:a16="http://schemas.microsoft.com/office/drawing/2014/main" id="{C56C07EB-4D6C-9793-74F5-58417CED5AB5}"/>
                  </a:ext>
                </a:extLst>
              </p:cNvPr>
              <p:cNvGrpSpPr/>
              <p:nvPr/>
            </p:nvGrpSpPr>
            <p:grpSpPr>
              <a:xfrm>
                <a:off x="-8035512" y="-1"/>
                <a:ext cx="11437931" cy="6858000"/>
                <a:chOff x="-1114355" y="-1"/>
                <a:chExt cx="11437931" cy="6858000"/>
              </a:xfrm>
            </p:grpSpPr>
            <p:sp>
              <p:nvSpPr>
                <p:cNvPr id="361" name="Rectangle 360">
                  <a:extLst>
                    <a:ext uri="{FF2B5EF4-FFF2-40B4-BE49-F238E27FC236}">
                      <a16:creationId xmlns:a16="http://schemas.microsoft.com/office/drawing/2014/main" id="{33C17BC0-FF0D-F314-5550-FFFBD3D95796}"/>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2" name="Rectangle: Rounded Corners 361">
                  <a:extLst>
                    <a:ext uri="{FF2B5EF4-FFF2-40B4-BE49-F238E27FC236}">
                      <a16:creationId xmlns:a16="http://schemas.microsoft.com/office/drawing/2014/main" id="{F28C55B3-32BD-CC8F-A7B7-C16B954A8A98}"/>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0" name="TextBox 359">
                <a:extLst>
                  <a:ext uri="{FF2B5EF4-FFF2-40B4-BE49-F238E27FC236}">
                    <a16:creationId xmlns:a16="http://schemas.microsoft.com/office/drawing/2014/main" id="{434A6A68-5A7B-077F-E6AB-0A1E8AC68D42}"/>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356" name="TextBox 355">
              <a:extLst>
                <a:ext uri="{FF2B5EF4-FFF2-40B4-BE49-F238E27FC236}">
                  <a16:creationId xmlns:a16="http://schemas.microsoft.com/office/drawing/2014/main" id="{5E48B828-C9F8-D88E-A8C7-80DA32FB4B23}"/>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357" name="TextBox 356">
              <a:extLst>
                <a:ext uri="{FF2B5EF4-FFF2-40B4-BE49-F238E27FC236}">
                  <a16:creationId xmlns:a16="http://schemas.microsoft.com/office/drawing/2014/main" id="{0F5F08AF-3BE1-06C7-600A-FFB9DA919889}"/>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358" name="TextBox 357">
              <a:extLst>
                <a:ext uri="{FF2B5EF4-FFF2-40B4-BE49-F238E27FC236}">
                  <a16:creationId xmlns:a16="http://schemas.microsoft.com/office/drawing/2014/main" id="{EA0FF8ED-3C48-C550-5467-93BF76178C1C}"/>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363" name="Group 362">
            <a:extLst>
              <a:ext uri="{FF2B5EF4-FFF2-40B4-BE49-F238E27FC236}">
                <a16:creationId xmlns:a16="http://schemas.microsoft.com/office/drawing/2014/main" id="{F0947B7C-57A1-93D8-FC08-75043BB94BA2}"/>
              </a:ext>
            </a:extLst>
          </p:cNvPr>
          <p:cNvGrpSpPr/>
          <p:nvPr/>
        </p:nvGrpSpPr>
        <p:grpSpPr>
          <a:xfrm>
            <a:off x="-55497" y="-88702"/>
            <a:ext cx="11479063" cy="7352494"/>
            <a:chOff x="184608" y="7442200"/>
            <a:chExt cx="9066350" cy="7155049"/>
          </a:xfrm>
        </p:grpSpPr>
        <p:grpSp>
          <p:nvGrpSpPr>
            <p:cNvPr id="364" name="Group 363">
              <a:extLst>
                <a:ext uri="{FF2B5EF4-FFF2-40B4-BE49-F238E27FC236}">
                  <a16:creationId xmlns:a16="http://schemas.microsoft.com/office/drawing/2014/main" id="{1F05D699-6927-B185-6AF3-68C9781863A1}"/>
                </a:ext>
              </a:extLst>
            </p:cNvPr>
            <p:cNvGrpSpPr/>
            <p:nvPr/>
          </p:nvGrpSpPr>
          <p:grpSpPr>
            <a:xfrm>
              <a:off x="184608" y="7442200"/>
              <a:ext cx="9066350" cy="6858000"/>
              <a:chOff x="710860" y="711648"/>
              <a:chExt cx="9066350" cy="6858000"/>
            </a:xfrm>
          </p:grpSpPr>
          <p:grpSp>
            <p:nvGrpSpPr>
              <p:cNvPr id="368" name="Group 367">
                <a:extLst>
                  <a:ext uri="{FF2B5EF4-FFF2-40B4-BE49-F238E27FC236}">
                    <a16:creationId xmlns:a16="http://schemas.microsoft.com/office/drawing/2014/main" id="{306B71E2-4A3C-A65E-062E-979C614F898E}"/>
                  </a:ext>
                </a:extLst>
              </p:cNvPr>
              <p:cNvGrpSpPr/>
              <p:nvPr/>
            </p:nvGrpSpPr>
            <p:grpSpPr>
              <a:xfrm>
                <a:off x="710860" y="711648"/>
                <a:ext cx="8936350" cy="6858000"/>
                <a:chOff x="-1172929" y="0"/>
                <a:chExt cx="8936350" cy="6858000"/>
              </a:xfrm>
            </p:grpSpPr>
            <p:sp>
              <p:nvSpPr>
                <p:cNvPr id="370" name="Rectangle 369">
                  <a:extLst>
                    <a:ext uri="{FF2B5EF4-FFF2-40B4-BE49-F238E27FC236}">
                      <a16:creationId xmlns:a16="http://schemas.microsoft.com/office/drawing/2014/main" id="{7D744737-2BEA-0A64-5054-9BD7ED6BE293}"/>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1" name="Rectangle: Rounded Corners 370">
                  <a:extLst>
                    <a:ext uri="{FF2B5EF4-FFF2-40B4-BE49-F238E27FC236}">
                      <a16:creationId xmlns:a16="http://schemas.microsoft.com/office/drawing/2014/main" id="{10EAAA1E-A9D7-D379-4B90-CCDFAA55C984}"/>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9" name="TextBox 368">
                <a:extLst>
                  <a:ext uri="{FF2B5EF4-FFF2-40B4-BE49-F238E27FC236}">
                    <a16:creationId xmlns:a16="http://schemas.microsoft.com/office/drawing/2014/main" id="{1E098016-D76E-C437-0EEC-1140F6DE235D}"/>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365" name="TextBox 364">
              <a:extLst>
                <a:ext uri="{FF2B5EF4-FFF2-40B4-BE49-F238E27FC236}">
                  <a16:creationId xmlns:a16="http://schemas.microsoft.com/office/drawing/2014/main" id="{1658449B-E403-DB85-39C5-5101DC603B10}"/>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366" name="TextBox 365">
              <a:extLst>
                <a:ext uri="{FF2B5EF4-FFF2-40B4-BE49-F238E27FC236}">
                  <a16:creationId xmlns:a16="http://schemas.microsoft.com/office/drawing/2014/main" id="{D872C67A-7690-1428-8B07-F5F2BAC95F49}"/>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367" name="TextBox 366">
              <a:extLst>
                <a:ext uri="{FF2B5EF4-FFF2-40B4-BE49-F238E27FC236}">
                  <a16:creationId xmlns:a16="http://schemas.microsoft.com/office/drawing/2014/main" id="{E51E74B8-8F51-9B4A-ACAD-8A94DB104C1F}"/>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372" name="Group 371">
            <a:extLst>
              <a:ext uri="{FF2B5EF4-FFF2-40B4-BE49-F238E27FC236}">
                <a16:creationId xmlns:a16="http://schemas.microsoft.com/office/drawing/2014/main" id="{29A5E431-CB65-4131-2C65-A0E72DA5519F}"/>
              </a:ext>
            </a:extLst>
          </p:cNvPr>
          <p:cNvGrpSpPr/>
          <p:nvPr/>
        </p:nvGrpSpPr>
        <p:grpSpPr>
          <a:xfrm>
            <a:off x="-401355" y="-204585"/>
            <a:ext cx="11780522" cy="7153066"/>
            <a:chOff x="2040706" y="-4861072"/>
            <a:chExt cx="8471412" cy="7020361"/>
          </a:xfrm>
        </p:grpSpPr>
        <p:grpSp>
          <p:nvGrpSpPr>
            <p:cNvPr id="373" name="Group 372">
              <a:extLst>
                <a:ext uri="{FF2B5EF4-FFF2-40B4-BE49-F238E27FC236}">
                  <a16:creationId xmlns:a16="http://schemas.microsoft.com/office/drawing/2014/main" id="{5E7A4A40-8344-957D-0365-74966E736258}"/>
                </a:ext>
              </a:extLst>
            </p:cNvPr>
            <p:cNvGrpSpPr/>
            <p:nvPr/>
          </p:nvGrpSpPr>
          <p:grpSpPr>
            <a:xfrm>
              <a:off x="2040706" y="-4861072"/>
              <a:ext cx="8471412" cy="7020361"/>
              <a:chOff x="-6243967" y="-162361"/>
              <a:chExt cx="8471412" cy="7020361"/>
            </a:xfrm>
          </p:grpSpPr>
          <p:grpSp>
            <p:nvGrpSpPr>
              <p:cNvPr id="378" name="Group 377">
                <a:extLst>
                  <a:ext uri="{FF2B5EF4-FFF2-40B4-BE49-F238E27FC236}">
                    <a16:creationId xmlns:a16="http://schemas.microsoft.com/office/drawing/2014/main" id="{B0C964B5-4C83-7857-AA53-E6112FE176A0}"/>
                  </a:ext>
                </a:extLst>
              </p:cNvPr>
              <p:cNvGrpSpPr/>
              <p:nvPr/>
            </p:nvGrpSpPr>
            <p:grpSpPr>
              <a:xfrm>
                <a:off x="-6243967" y="-162361"/>
                <a:ext cx="8322886" cy="7020361"/>
                <a:chOff x="-3943236" y="-162361"/>
                <a:chExt cx="9695091" cy="7020361"/>
              </a:xfrm>
            </p:grpSpPr>
            <p:sp>
              <p:nvSpPr>
                <p:cNvPr id="380" name="Rectangle 379">
                  <a:extLst>
                    <a:ext uri="{FF2B5EF4-FFF2-40B4-BE49-F238E27FC236}">
                      <a16:creationId xmlns:a16="http://schemas.microsoft.com/office/drawing/2014/main" id="{0E38B47E-0406-F056-E5DA-B82626E3876C}"/>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1" name="Rectangle: Rounded Corners 380">
                  <a:extLst>
                    <a:ext uri="{FF2B5EF4-FFF2-40B4-BE49-F238E27FC236}">
                      <a16:creationId xmlns:a16="http://schemas.microsoft.com/office/drawing/2014/main" id="{7F5545A3-156A-AEA7-A5D0-63CBEC7E6832}"/>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79" name="TextBox 378">
                <a:extLst>
                  <a:ext uri="{FF2B5EF4-FFF2-40B4-BE49-F238E27FC236}">
                    <a16:creationId xmlns:a16="http://schemas.microsoft.com/office/drawing/2014/main" id="{B2AF45A6-134E-8B41-62AE-84F996E9F3E1}"/>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374" name="Group 373">
              <a:extLst>
                <a:ext uri="{FF2B5EF4-FFF2-40B4-BE49-F238E27FC236}">
                  <a16:creationId xmlns:a16="http://schemas.microsoft.com/office/drawing/2014/main" id="{E8263619-5B41-87BE-4482-6D76A9FAEE89}"/>
                </a:ext>
              </a:extLst>
            </p:cNvPr>
            <p:cNvGrpSpPr/>
            <p:nvPr/>
          </p:nvGrpSpPr>
          <p:grpSpPr>
            <a:xfrm>
              <a:off x="2909913" y="-4836143"/>
              <a:ext cx="7562200" cy="5924589"/>
              <a:chOff x="2909913" y="-4836143"/>
              <a:chExt cx="7562200" cy="5924589"/>
            </a:xfrm>
          </p:grpSpPr>
          <p:sp>
            <p:nvSpPr>
              <p:cNvPr id="375" name="TextBox 374">
                <a:extLst>
                  <a:ext uri="{FF2B5EF4-FFF2-40B4-BE49-F238E27FC236}">
                    <a16:creationId xmlns:a16="http://schemas.microsoft.com/office/drawing/2014/main" id="{4106C952-9E31-6738-F65A-A126E722AAC2}"/>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376" name="TextBox 375">
                <a:extLst>
                  <a:ext uri="{FF2B5EF4-FFF2-40B4-BE49-F238E27FC236}">
                    <a16:creationId xmlns:a16="http://schemas.microsoft.com/office/drawing/2014/main" id="{6073EAA0-D4E2-73FC-7638-928C67BF173E}"/>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377" name="TextBox 376">
                <a:extLst>
                  <a:ext uri="{FF2B5EF4-FFF2-40B4-BE49-F238E27FC236}">
                    <a16:creationId xmlns:a16="http://schemas.microsoft.com/office/drawing/2014/main" id="{4F33D5FD-0C18-E643-D503-9DC8A8CFD0C9}"/>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382" name="Group 381">
            <a:extLst>
              <a:ext uri="{FF2B5EF4-FFF2-40B4-BE49-F238E27FC236}">
                <a16:creationId xmlns:a16="http://schemas.microsoft.com/office/drawing/2014/main" id="{2260583C-0ABD-8D88-BF7C-A6A7176C8DAF}"/>
              </a:ext>
            </a:extLst>
          </p:cNvPr>
          <p:cNvGrpSpPr/>
          <p:nvPr/>
        </p:nvGrpSpPr>
        <p:grpSpPr>
          <a:xfrm>
            <a:off x="-2160415" y="-88702"/>
            <a:ext cx="13539582" cy="7352494"/>
            <a:chOff x="1174527" y="8379854"/>
            <a:chExt cx="8293851" cy="7003052"/>
          </a:xfrm>
        </p:grpSpPr>
        <p:grpSp>
          <p:nvGrpSpPr>
            <p:cNvPr id="383" name="Group 382">
              <a:extLst>
                <a:ext uri="{FF2B5EF4-FFF2-40B4-BE49-F238E27FC236}">
                  <a16:creationId xmlns:a16="http://schemas.microsoft.com/office/drawing/2014/main" id="{34B6867B-FD98-4FC3-E8FA-4139F13F57FB}"/>
                </a:ext>
              </a:extLst>
            </p:cNvPr>
            <p:cNvGrpSpPr/>
            <p:nvPr/>
          </p:nvGrpSpPr>
          <p:grpSpPr>
            <a:xfrm>
              <a:off x="1174527" y="8379854"/>
              <a:ext cx="8293851" cy="7003052"/>
              <a:chOff x="-6874038" y="-145052"/>
              <a:chExt cx="8293851" cy="7003052"/>
            </a:xfrm>
          </p:grpSpPr>
          <p:grpSp>
            <p:nvGrpSpPr>
              <p:cNvPr id="387" name="Group 386">
                <a:extLst>
                  <a:ext uri="{FF2B5EF4-FFF2-40B4-BE49-F238E27FC236}">
                    <a16:creationId xmlns:a16="http://schemas.microsoft.com/office/drawing/2014/main" id="{7C46195C-AA3F-B894-8976-D01912558606}"/>
                  </a:ext>
                </a:extLst>
              </p:cNvPr>
              <p:cNvGrpSpPr/>
              <p:nvPr/>
            </p:nvGrpSpPr>
            <p:grpSpPr>
              <a:xfrm>
                <a:off x="-6874038" y="-145052"/>
                <a:ext cx="8174555" cy="7003052"/>
                <a:chOff x="-3373649" y="-145052"/>
                <a:chExt cx="6912525" cy="7003052"/>
              </a:xfrm>
            </p:grpSpPr>
            <p:sp>
              <p:nvSpPr>
                <p:cNvPr id="389" name="Rectangle 388">
                  <a:extLst>
                    <a:ext uri="{FF2B5EF4-FFF2-40B4-BE49-F238E27FC236}">
                      <a16:creationId xmlns:a16="http://schemas.microsoft.com/office/drawing/2014/main" id="{AE76A251-E3E9-0157-BA20-F6E69421D903}"/>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0" name="Rectangle: Rounded Corners 389">
                  <a:extLst>
                    <a:ext uri="{FF2B5EF4-FFF2-40B4-BE49-F238E27FC236}">
                      <a16:creationId xmlns:a16="http://schemas.microsoft.com/office/drawing/2014/main" id="{7E2225C6-E6FE-3AA2-29C9-07590EDB8159}"/>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88" name="TextBox 387">
                <a:extLst>
                  <a:ext uri="{FF2B5EF4-FFF2-40B4-BE49-F238E27FC236}">
                    <a16:creationId xmlns:a16="http://schemas.microsoft.com/office/drawing/2014/main" id="{51BE6F0A-110F-3D15-87AA-DEC4FA41C7D0}"/>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384" name="TextBox 383">
              <a:extLst>
                <a:ext uri="{FF2B5EF4-FFF2-40B4-BE49-F238E27FC236}">
                  <a16:creationId xmlns:a16="http://schemas.microsoft.com/office/drawing/2014/main" id="{F72956B6-20C6-0AA0-E1A2-722A1A4EEFE2}"/>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385" name="TextBox 384">
              <a:extLst>
                <a:ext uri="{FF2B5EF4-FFF2-40B4-BE49-F238E27FC236}">
                  <a16:creationId xmlns:a16="http://schemas.microsoft.com/office/drawing/2014/main" id="{B7BA6782-699F-7A73-7D7C-47CC82308463}"/>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386" name="TextBox 385">
              <a:extLst>
                <a:ext uri="{FF2B5EF4-FFF2-40B4-BE49-F238E27FC236}">
                  <a16:creationId xmlns:a16="http://schemas.microsoft.com/office/drawing/2014/main" id="{B226C8DB-AA73-3262-54A1-7CE4A2BA19BE}"/>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2592223423"/>
      </p:ext>
    </p:extLst>
  </p:cSld>
  <p:clrMapOvr>
    <a:masterClrMapping/>
  </p:clrMapOvr>
  <p:transition spd="slow">
    <p:push dir="r"/>
  </p:transition>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tx1">
                <a:lumMod val="75000"/>
                <a:lumOff val="25000"/>
              </a:schemeClr>
            </a:gs>
            <a:gs pos="77000">
              <a:schemeClr val="tx1">
                <a:lumMod val="85000"/>
                <a:lumOff val="15000"/>
              </a:schemeClr>
            </a:gs>
          </a:gsLst>
          <a:path path="circle">
            <a:fillToRect r="100000" b="100000"/>
          </a:path>
          <a:tileRect l="-100000" t="-100000"/>
        </a:gradFill>
        <a:effectLst/>
      </p:bgPr>
    </p:bg>
    <p:spTree>
      <p:nvGrpSpPr>
        <p:cNvPr id="1" name="">
          <a:extLst>
            <a:ext uri="{FF2B5EF4-FFF2-40B4-BE49-F238E27FC236}">
              <a16:creationId xmlns:a16="http://schemas.microsoft.com/office/drawing/2014/main" id="{01B7B400-FFAE-0121-B519-08B6A9A1CBC6}"/>
            </a:ext>
          </a:extLst>
        </p:cNvPr>
        <p:cNvGrpSpPr/>
        <p:nvPr/>
      </p:nvGrpSpPr>
      <p:grpSpPr>
        <a:xfrm>
          <a:off x="0" y="0"/>
          <a:ext cx="0" cy="0"/>
          <a:chOff x="0" y="0"/>
          <a:chExt cx="0" cy="0"/>
        </a:xfrm>
      </p:grpSpPr>
      <p:sp>
        <p:nvSpPr>
          <p:cNvPr id="15" name="TextBox 14">
            <a:extLst>
              <a:ext uri="{FF2B5EF4-FFF2-40B4-BE49-F238E27FC236}">
                <a16:creationId xmlns:a16="http://schemas.microsoft.com/office/drawing/2014/main" id="{D468AE19-A107-13C0-EDA4-F33BB790589F}"/>
              </a:ext>
            </a:extLst>
          </p:cNvPr>
          <p:cNvSpPr txBox="1"/>
          <p:nvPr/>
        </p:nvSpPr>
        <p:spPr>
          <a:xfrm>
            <a:off x="3128369" y="1103055"/>
            <a:ext cx="7827264" cy="2554545"/>
          </a:xfrm>
          <a:prstGeom prst="rect">
            <a:avLst/>
          </a:prstGeom>
          <a:noFill/>
        </p:spPr>
        <p:txBody>
          <a:bodyPr wrap="square" rtlCol="0">
            <a:spAutoFit/>
          </a:bodyPr>
          <a:lstStyle/>
          <a:p>
            <a:r>
              <a:rPr lang="en-US" sz="8000" b="1" dirty="0">
                <a:solidFill>
                  <a:schemeClr val="accent3">
                    <a:lumMod val="75000"/>
                  </a:schemeClr>
                </a:solidFill>
                <a:latin typeface="Montserrat" panose="00000800000000000000" pitchFamily="2" charset="0"/>
                <a:ea typeface="ADLaM Display" panose="02010000000000000000" pitchFamily="2" charset="0"/>
                <a:cs typeface="ADLaM Display" panose="02010000000000000000" pitchFamily="2" charset="0"/>
              </a:rPr>
              <a:t>Thanks For    	listening</a:t>
            </a:r>
          </a:p>
        </p:txBody>
      </p:sp>
      <p:sp>
        <p:nvSpPr>
          <p:cNvPr id="2" name="TextBox 1">
            <a:extLst>
              <a:ext uri="{FF2B5EF4-FFF2-40B4-BE49-F238E27FC236}">
                <a16:creationId xmlns:a16="http://schemas.microsoft.com/office/drawing/2014/main" id="{4A55DE14-3011-2373-DBF3-232C8412740E}"/>
              </a:ext>
            </a:extLst>
          </p:cNvPr>
          <p:cNvSpPr txBox="1"/>
          <p:nvPr/>
        </p:nvSpPr>
        <p:spPr>
          <a:xfrm>
            <a:off x="1236367" y="3657600"/>
            <a:ext cx="1067921" cy="1862048"/>
          </a:xfrm>
          <a:prstGeom prst="rect">
            <a:avLst/>
          </a:prstGeom>
          <a:noFill/>
        </p:spPr>
        <p:txBody>
          <a:bodyPr wrap="none" rtlCol="0">
            <a:spAutoFit/>
          </a:bodyPr>
          <a:lstStyle/>
          <a:p>
            <a:r>
              <a:rPr lang="en-US" sz="11500" dirty="0">
                <a:solidFill>
                  <a:schemeClr val="accent3">
                    <a:lumMod val="75000"/>
                  </a:schemeClr>
                </a:solidFill>
                <a:latin typeface="Montserrat" panose="00000800000000000000" pitchFamily="2" charset="0"/>
              </a:rPr>
              <a:t>&lt;</a:t>
            </a:r>
          </a:p>
        </p:txBody>
      </p:sp>
      <p:sp>
        <p:nvSpPr>
          <p:cNvPr id="3" name="TextBox 2">
            <a:extLst>
              <a:ext uri="{FF2B5EF4-FFF2-40B4-BE49-F238E27FC236}">
                <a16:creationId xmlns:a16="http://schemas.microsoft.com/office/drawing/2014/main" id="{E0A65A04-3D5D-DE1A-1040-BE4F68E33B79}"/>
              </a:ext>
            </a:extLst>
          </p:cNvPr>
          <p:cNvSpPr txBox="1"/>
          <p:nvPr/>
        </p:nvSpPr>
        <p:spPr>
          <a:xfrm>
            <a:off x="9063631" y="3657600"/>
            <a:ext cx="1067921" cy="1862048"/>
          </a:xfrm>
          <a:prstGeom prst="rect">
            <a:avLst/>
          </a:prstGeom>
          <a:noFill/>
        </p:spPr>
        <p:txBody>
          <a:bodyPr wrap="none" rtlCol="0">
            <a:spAutoFit/>
          </a:bodyPr>
          <a:lstStyle/>
          <a:p>
            <a:r>
              <a:rPr lang="en-US" sz="11500" dirty="0">
                <a:solidFill>
                  <a:schemeClr val="accent3">
                    <a:lumMod val="75000"/>
                  </a:schemeClr>
                </a:solidFill>
                <a:latin typeface="Montserrat" panose="00000800000000000000" pitchFamily="2" charset="0"/>
              </a:rPr>
              <a:t>&gt;</a:t>
            </a:r>
          </a:p>
        </p:txBody>
      </p:sp>
      <p:sp>
        <p:nvSpPr>
          <p:cNvPr id="4" name="TextBox 3">
            <a:extLst>
              <a:ext uri="{FF2B5EF4-FFF2-40B4-BE49-F238E27FC236}">
                <a16:creationId xmlns:a16="http://schemas.microsoft.com/office/drawing/2014/main" id="{92BD93F9-58F7-E91B-A987-D0BCFD995DB3}"/>
              </a:ext>
            </a:extLst>
          </p:cNvPr>
          <p:cNvSpPr txBox="1"/>
          <p:nvPr/>
        </p:nvSpPr>
        <p:spPr>
          <a:xfrm>
            <a:off x="2150813" y="3803794"/>
            <a:ext cx="667170" cy="1569660"/>
          </a:xfrm>
          <a:prstGeom prst="rect">
            <a:avLst/>
          </a:prstGeom>
          <a:noFill/>
        </p:spPr>
        <p:txBody>
          <a:bodyPr wrap="none" rtlCol="0">
            <a:spAutoFit/>
          </a:bodyPr>
          <a:lstStyle/>
          <a:p>
            <a:r>
              <a:rPr lang="en-US" sz="9600" dirty="0">
                <a:solidFill>
                  <a:schemeClr val="accent3">
                    <a:lumMod val="75000"/>
                  </a:schemeClr>
                </a:solidFill>
                <a:latin typeface="Montserrat" panose="00000800000000000000" pitchFamily="2" charset="0"/>
              </a:rPr>
              <a:t>\</a:t>
            </a:r>
            <a:endParaRPr lang="en-US" sz="11500" dirty="0">
              <a:solidFill>
                <a:schemeClr val="accent3">
                  <a:lumMod val="75000"/>
                </a:schemeClr>
              </a:solidFill>
              <a:latin typeface="Montserrat" panose="00000800000000000000" pitchFamily="2" charset="0"/>
            </a:endParaRPr>
          </a:p>
        </p:txBody>
      </p:sp>
      <p:sp>
        <p:nvSpPr>
          <p:cNvPr id="5" name="TextBox 4">
            <a:extLst>
              <a:ext uri="{FF2B5EF4-FFF2-40B4-BE49-F238E27FC236}">
                <a16:creationId xmlns:a16="http://schemas.microsoft.com/office/drawing/2014/main" id="{B6A0D587-81F8-F21E-959A-825C1B18046D}"/>
              </a:ext>
            </a:extLst>
          </p:cNvPr>
          <p:cNvSpPr txBox="1"/>
          <p:nvPr/>
        </p:nvSpPr>
        <p:spPr>
          <a:xfrm>
            <a:off x="2657147" y="4126959"/>
            <a:ext cx="7121545" cy="923330"/>
          </a:xfrm>
          <a:prstGeom prst="rect">
            <a:avLst/>
          </a:prstGeom>
          <a:noFill/>
        </p:spPr>
        <p:txBody>
          <a:bodyPr wrap="square" rtlCol="0">
            <a:spAutoFit/>
          </a:bodyPr>
          <a:lstStyle/>
          <a:p>
            <a:r>
              <a:rPr lang="en-US" sz="5400" dirty="0">
                <a:solidFill>
                  <a:schemeClr val="bg1">
                    <a:lumMod val="50000"/>
                  </a:schemeClr>
                </a:solidFill>
                <a:latin typeface="Montserrat" panose="00000800000000000000" pitchFamily="2" charset="0"/>
              </a:rPr>
              <a:t>CODE WARRIORS</a:t>
            </a:r>
          </a:p>
        </p:txBody>
      </p:sp>
      <p:grpSp>
        <p:nvGrpSpPr>
          <p:cNvPr id="247" name="Group 246">
            <a:extLst>
              <a:ext uri="{FF2B5EF4-FFF2-40B4-BE49-F238E27FC236}">
                <a16:creationId xmlns:a16="http://schemas.microsoft.com/office/drawing/2014/main" id="{D26B81A2-02B1-809C-1A0E-B02AFFA8E8D1}"/>
              </a:ext>
            </a:extLst>
          </p:cNvPr>
          <p:cNvGrpSpPr/>
          <p:nvPr/>
        </p:nvGrpSpPr>
        <p:grpSpPr>
          <a:xfrm>
            <a:off x="-11198826" y="-52844"/>
            <a:ext cx="10984517" cy="6914472"/>
            <a:chOff x="-257563" y="10094754"/>
            <a:chExt cx="11518553" cy="6912123"/>
          </a:xfrm>
        </p:grpSpPr>
        <p:grpSp>
          <p:nvGrpSpPr>
            <p:cNvPr id="248" name="Group 247">
              <a:extLst>
                <a:ext uri="{FF2B5EF4-FFF2-40B4-BE49-F238E27FC236}">
                  <a16:creationId xmlns:a16="http://schemas.microsoft.com/office/drawing/2014/main" id="{299637FE-BEA1-AA85-8407-73AA460C3A78}"/>
                </a:ext>
              </a:extLst>
            </p:cNvPr>
            <p:cNvGrpSpPr/>
            <p:nvPr/>
          </p:nvGrpSpPr>
          <p:grpSpPr>
            <a:xfrm>
              <a:off x="-257563" y="10148877"/>
              <a:ext cx="11518553" cy="6858000"/>
              <a:chOff x="-8035512" y="-1"/>
              <a:chExt cx="11518553" cy="6858000"/>
            </a:xfrm>
          </p:grpSpPr>
          <p:grpSp>
            <p:nvGrpSpPr>
              <p:cNvPr id="252" name="Group 251">
                <a:extLst>
                  <a:ext uri="{FF2B5EF4-FFF2-40B4-BE49-F238E27FC236}">
                    <a16:creationId xmlns:a16="http://schemas.microsoft.com/office/drawing/2014/main" id="{44F572F5-37EA-874D-FFA3-49CC032C389D}"/>
                  </a:ext>
                </a:extLst>
              </p:cNvPr>
              <p:cNvGrpSpPr/>
              <p:nvPr/>
            </p:nvGrpSpPr>
            <p:grpSpPr>
              <a:xfrm>
                <a:off x="-8035512" y="-1"/>
                <a:ext cx="11437931" cy="6858000"/>
                <a:chOff x="-1114355" y="-1"/>
                <a:chExt cx="11437931" cy="6858000"/>
              </a:xfrm>
            </p:grpSpPr>
            <p:sp>
              <p:nvSpPr>
                <p:cNvPr id="254" name="Rectangle 253">
                  <a:extLst>
                    <a:ext uri="{FF2B5EF4-FFF2-40B4-BE49-F238E27FC236}">
                      <a16:creationId xmlns:a16="http://schemas.microsoft.com/office/drawing/2014/main" id="{3CEDCA77-D4E5-D47F-5F90-BC68ECBAC584}"/>
                    </a:ext>
                  </a:extLst>
                </p:cNvPr>
                <p:cNvSpPr/>
                <p:nvPr/>
              </p:nvSpPr>
              <p:spPr>
                <a:xfrm>
                  <a:off x="-1114355" y="-1"/>
                  <a:ext cx="10837479" cy="6858000"/>
                </a:xfrm>
                <a:prstGeom prst="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5" name="Rectangle: Rounded Corners 254">
                  <a:extLst>
                    <a:ext uri="{FF2B5EF4-FFF2-40B4-BE49-F238E27FC236}">
                      <a16:creationId xmlns:a16="http://schemas.microsoft.com/office/drawing/2014/main" id="{3EFE4B49-2A57-FD6A-5090-9CFD43DF1B19}"/>
                    </a:ext>
                  </a:extLst>
                </p:cNvPr>
                <p:cNvSpPr/>
                <p:nvPr/>
              </p:nvSpPr>
              <p:spPr>
                <a:xfrm>
                  <a:off x="9465947" y="3910148"/>
                  <a:ext cx="857629" cy="946331"/>
                </a:xfrm>
                <a:prstGeom prst="roundRect">
                  <a:avLst/>
                </a:prstGeom>
                <a:solidFill>
                  <a:srgbClr val="0052A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53" name="TextBox 252">
                <a:extLst>
                  <a:ext uri="{FF2B5EF4-FFF2-40B4-BE49-F238E27FC236}">
                    <a16:creationId xmlns:a16="http://schemas.microsoft.com/office/drawing/2014/main" id="{A98E34B4-5154-AA8D-8046-4A7EF6B86194}"/>
                  </a:ext>
                </a:extLst>
              </p:cNvPr>
              <p:cNvSpPr txBox="1"/>
              <p:nvPr/>
            </p:nvSpPr>
            <p:spPr>
              <a:xfrm>
                <a:off x="2741760" y="3840816"/>
                <a:ext cx="741281" cy="1015663"/>
              </a:xfrm>
              <a:prstGeom prst="rect">
                <a:avLst/>
              </a:prstGeom>
              <a:noFill/>
            </p:spPr>
            <p:txBody>
              <a:bodyPr wrap="square" rtlCol="0">
                <a:spAutoFit/>
              </a:bodyPr>
              <a:lstStyle/>
              <a:p>
                <a:r>
                  <a:rPr lang="en-US" sz="6000" b="1" dirty="0">
                    <a:solidFill>
                      <a:srgbClr val="2F2F2F"/>
                    </a:solidFill>
                    <a:latin typeface="ADLaM Display" panose="02010000000000000000" pitchFamily="2" charset="0"/>
                    <a:ea typeface="ADLaM Display" panose="02010000000000000000" pitchFamily="2" charset="0"/>
                    <a:cs typeface="ADLaM Display" panose="02010000000000000000" pitchFamily="2" charset="0"/>
                  </a:rPr>
                  <a:t>4</a:t>
                </a:r>
              </a:p>
            </p:txBody>
          </p:sp>
        </p:grpSp>
        <p:sp>
          <p:nvSpPr>
            <p:cNvPr id="249" name="TextBox 248">
              <a:extLst>
                <a:ext uri="{FF2B5EF4-FFF2-40B4-BE49-F238E27FC236}">
                  <a16:creationId xmlns:a16="http://schemas.microsoft.com/office/drawing/2014/main" id="{37F9A3BC-AB46-E38F-F326-2D327AB71624}"/>
                </a:ext>
              </a:extLst>
            </p:cNvPr>
            <p:cNvSpPr txBox="1"/>
            <p:nvPr/>
          </p:nvSpPr>
          <p:spPr>
            <a:xfrm>
              <a:off x="5660189" y="10094754"/>
              <a:ext cx="2233137" cy="1569660"/>
            </a:xfrm>
            <a:prstGeom prst="rect">
              <a:avLst/>
            </a:prstGeom>
            <a:noFill/>
          </p:spPr>
          <p:txBody>
            <a:bodyPr wrap="square" rtlCol="0">
              <a:spAutoFit/>
            </a:bodyPr>
            <a:lstStyle/>
            <a:p>
              <a:r>
                <a:rPr lang="en-US" sz="9600" spc="600" dirty="0">
                  <a:solidFill>
                    <a:schemeClr val="bg1">
                      <a:alpha val="46000"/>
                    </a:schemeClr>
                  </a:solidFill>
                  <a:latin typeface="Montserrat" panose="00000800000000000000" pitchFamily="2" charset="0"/>
                </a:rPr>
                <a:t>04</a:t>
              </a:r>
              <a:endParaRPr lang="en-US" sz="7200" spc="600" dirty="0">
                <a:solidFill>
                  <a:schemeClr val="bg1">
                    <a:alpha val="46000"/>
                  </a:schemeClr>
                </a:solidFill>
                <a:latin typeface="Montserrat" panose="00000800000000000000" pitchFamily="2" charset="0"/>
              </a:endParaRPr>
            </a:p>
          </p:txBody>
        </p:sp>
        <p:sp>
          <p:nvSpPr>
            <p:cNvPr id="250" name="TextBox 249">
              <a:extLst>
                <a:ext uri="{FF2B5EF4-FFF2-40B4-BE49-F238E27FC236}">
                  <a16:creationId xmlns:a16="http://schemas.microsoft.com/office/drawing/2014/main" id="{582F6011-443E-CA08-D313-EED44078214B}"/>
                </a:ext>
              </a:extLst>
            </p:cNvPr>
            <p:cNvSpPr txBox="1"/>
            <p:nvPr/>
          </p:nvSpPr>
          <p:spPr>
            <a:xfrm>
              <a:off x="4536880" y="11422000"/>
              <a:ext cx="5329209" cy="1107996"/>
            </a:xfrm>
            <a:prstGeom prst="rect">
              <a:avLst/>
            </a:prstGeom>
            <a:noFill/>
          </p:spPr>
          <p:txBody>
            <a:bodyPr wrap="square" rtlCol="0">
              <a:spAutoFit/>
            </a:bodyPr>
            <a:lstStyle/>
            <a:p>
              <a:r>
                <a:rPr lang="en-US" sz="6600" b="1" dirty="0">
                  <a:solidFill>
                    <a:schemeClr val="tx1">
                      <a:lumMod val="75000"/>
                      <a:lumOff val="25000"/>
                    </a:schemeClr>
                  </a:solidFill>
                  <a:effectLst>
                    <a:outerShdw blurRad="38100" dist="38100" dir="2700000" algn="tl">
                      <a:srgbClr val="000000">
                        <a:alpha val="43137"/>
                      </a:srgbClr>
                    </a:outerShdw>
                  </a:effectLst>
                  <a:latin typeface="Montserrat" panose="00000800000000000000" pitchFamily="2" charset="0"/>
                </a:rPr>
                <a:t>get_words</a:t>
              </a:r>
            </a:p>
          </p:txBody>
        </p:sp>
        <p:sp>
          <p:nvSpPr>
            <p:cNvPr id="251" name="TextBox 250">
              <a:extLst>
                <a:ext uri="{FF2B5EF4-FFF2-40B4-BE49-F238E27FC236}">
                  <a16:creationId xmlns:a16="http://schemas.microsoft.com/office/drawing/2014/main" id="{F437F11F-B934-C247-5750-BE1392D18DD0}"/>
                </a:ext>
              </a:extLst>
            </p:cNvPr>
            <p:cNvSpPr txBox="1"/>
            <p:nvPr/>
          </p:nvSpPr>
          <p:spPr>
            <a:xfrm>
              <a:off x="2444241" y="12720048"/>
              <a:ext cx="8123371" cy="3045953"/>
            </a:xfrm>
            <a:prstGeom prst="rect">
              <a:avLst/>
            </a:prstGeom>
            <a:noFill/>
          </p:spPr>
          <p:txBody>
            <a:bodyPr wrap="square" rtlCol="0">
              <a:spAutoFit/>
            </a:bodyPr>
            <a:lstStyle/>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Python function reads words from three text files : countries .txt,animals.txt , and fruits .txt . It stores each word in a list by its category </a:t>
              </a:r>
              <a:r>
                <a:rPr lang="en-US" sz="3200" b="1"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a:t>
              </a:r>
            </a:p>
            <a:p>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Then finally , choosing 10 random words from the </a:t>
              </a:r>
              <a:r>
                <a:rPr lang="en-US" sz="3200" dirty="0" err="1">
                  <a:solidFill>
                    <a:schemeClr val="bg1"/>
                  </a:solidFill>
                  <a:latin typeface="ADLaM Display" panose="02010000000000000000" pitchFamily="2" charset="0"/>
                  <a:ea typeface="ADLaM Display" panose="02010000000000000000" pitchFamily="2" charset="0"/>
                  <a:cs typeface="ADLaM Display" panose="02010000000000000000" pitchFamily="2" charset="0"/>
                </a:rPr>
                <a:t>choosed</a:t>
              </a:r>
              <a:r>
                <a:rPr lang="en-US" sz="32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 category from the user</a:t>
              </a:r>
            </a:p>
          </p:txBody>
        </p:sp>
      </p:grpSp>
      <p:grpSp>
        <p:nvGrpSpPr>
          <p:cNvPr id="256" name="Group 255">
            <a:extLst>
              <a:ext uri="{FF2B5EF4-FFF2-40B4-BE49-F238E27FC236}">
                <a16:creationId xmlns:a16="http://schemas.microsoft.com/office/drawing/2014/main" id="{55A17827-06D4-6E74-737B-9F171495B74B}"/>
              </a:ext>
            </a:extLst>
          </p:cNvPr>
          <p:cNvGrpSpPr/>
          <p:nvPr/>
        </p:nvGrpSpPr>
        <p:grpSpPr>
          <a:xfrm>
            <a:off x="-12477401" y="-88702"/>
            <a:ext cx="11479063" cy="7352494"/>
            <a:chOff x="184608" y="7442200"/>
            <a:chExt cx="9066350" cy="7155049"/>
          </a:xfrm>
        </p:grpSpPr>
        <p:grpSp>
          <p:nvGrpSpPr>
            <p:cNvPr id="257" name="Group 256">
              <a:extLst>
                <a:ext uri="{FF2B5EF4-FFF2-40B4-BE49-F238E27FC236}">
                  <a16:creationId xmlns:a16="http://schemas.microsoft.com/office/drawing/2014/main" id="{D36B646C-7E4D-E1AD-9C18-3519419571EE}"/>
                </a:ext>
              </a:extLst>
            </p:cNvPr>
            <p:cNvGrpSpPr/>
            <p:nvPr/>
          </p:nvGrpSpPr>
          <p:grpSpPr>
            <a:xfrm>
              <a:off x="184608" y="7442200"/>
              <a:ext cx="9066350" cy="6858000"/>
              <a:chOff x="710860" y="711648"/>
              <a:chExt cx="9066350" cy="6858000"/>
            </a:xfrm>
          </p:grpSpPr>
          <p:grpSp>
            <p:nvGrpSpPr>
              <p:cNvPr id="261" name="Group 260">
                <a:extLst>
                  <a:ext uri="{FF2B5EF4-FFF2-40B4-BE49-F238E27FC236}">
                    <a16:creationId xmlns:a16="http://schemas.microsoft.com/office/drawing/2014/main" id="{6FB2CD5D-0036-D6C3-4D17-C8A2F6EFB74E}"/>
                  </a:ext>
                </a:extLst>
              </p:cNvPr>
              <p:cNvGrpSpPr/>
              <p:nvPr/>
            </p:nvGrpSpPr>
            <p:grpSpPr>
              <a:xfrm>
                <a:off x="710860" y="711648"/>
                <a:ext cx="8936350" cy="6858000"/>
                <a:chOff x="-1172929" y="0"/>
                <a:chExt cx="8936350" cy="6858000"/>
              </a:xfrm>
            </p:grpSpPr>
            <p:sp>
              <p:nvSpPr>
                <p:cNvPr id="263" name="Rectangle 262">
                  <a:extLst>
                    <a:ext uri="{FF2B5EF4-FFF2-40B4-BE49-F238E27FC236}">
                      <a16:creationId xmlns:a16="http://schemas.microsoft.com/office/drawing/2014/main" id="{36B739FF-32B2-6E3E-A4AF-D6D962100B26}"/>
                    </a:ext>
                  </a:extLst>
                </p:cNvPr>
                <p:cNvSpPr/>
                <p:nvPr/>
              </p:nvSpPr>
              <p:spPr>
                <a:xfrm>
                  <a:off x="-1172929" y="0"/>
                  <a:ext cx="8300895" cy="6858000"/>
                </a:xfrm>
                <a:prstGeom prst="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4" name="Rectangle: Rounded Corners 263">
                  <a:extLst>
                    <a:ext uri="{FF2B5EF4-FFF2-40B4-BE49-F238E27FC236}">
                      <a16:creationId xmlns:a16="http://schemas.microsoft.com/office/drawing/2014/main" id="{1846FFD1-386F-646A-90B2-54ADCD5D0A0A}"/>
                    </a:ext>
                  </a:extLst>
                </p:cNvPr>
                <p:cNvSpPr/>
                <p:nvPr/>
              </p:nvSpPr>
              <p:spPr>
                <a:xfrm>
                  <a:off x="6745062" y="2751908"/>
                  <a:ext cx="1018359" cy="946331"/>
                </a:xfrm>
                <a:prstGeom prst="roundRect">
                  <a:avLst/>
                </a:prstGeom>
                <a:solidFill>
                  <a:srgbClr val="00498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2" name="TextBox 261">
                <a:extLst>
                  <a:ext uri="{FF2B5EF4-FFF2-40B4-BE49-F238E27FC236}">
                    <a16:creationId xmlns:a16="http://schemas.microsoft.com/office/drawing/2014/main" id="{1ED6CBB0-29A7-5596-6AFA-8D0963FCD048}"/>
                  </a:ext>
                </a:extLst>
              </p:cNvPr>
              <p:cNvSpPr txBox="1"/>
              <p:nvPr/>
            </p:nvSpPr>
            <p:spPr>
              <a:xfrm>
                <a:off x="9035929" y="3428889"/>
                <a:ext cx="741281" cy="1015663"/>
              </a:xfrm>
              <a:prstGeom prst="rect">
                <a:avLst/>
              </a:prstGeom>
              <a:noFill/>
            </p:spPr>
            <p:txBody>
              <a:bodyPr wrap="square" rtlCol="0">
                <a:spAutoFit/>
              </a:bodyPr>
              <a:lstStyle/>
              <a:p>
                <a:r>
                  <a:rPr lang="en-US" sz="6000" b="1" dirty="0">
                    <a:solidFill>
                      <a:srgbClr val="0052A2"/>
                    </a:solidFill>
                    <a:latin typeface="ADLaM Display" panose="02010000000000000000" pitchFamily="2" charset="0"/>
                    <a:ea typeface="ADLaM Display" panose="02010000000000000000" pitchFamily="2" charset="0"/>
                    <a:cs typeface="ADLaM Display" panose="02010000000000000000" pitchFamily="2" charset="0"/>
                  </a:rPr>
                  <a:t>3</a:t>
                </a:r>
              </a:p>
            </p:txBody>
          </p:sp>
        </p:grpSp>
        <p:sp>
          <p:nvSpPr>
            <p:cNvPr id="258" name="TextBox 257">
              <a:extLst>
                <a:ext uri="{FF2B5EF4-FFF2-40B4-BE49-F238E27FC236}">
                  <a16:creationId xmlns:a16="http://schemas.microsoft.com/office/drawing/2014/main" id="{06C8C2F2-DD5A-D191-15EC-3688AA836378}"/>
                </a:ext>
              </a:extLst>
            </p:cNvPr>
            <p:cNvSpPr txBox="1"/>
            <p:nvPr/>
          </p:nvSpPr>
          <p:spPr>
            <a:xfrm>
              <a:off x="3345658" y="7442200"/>
              <a:ext cx="2078946"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03</a:t>
              </a:r>
            </a:p>
          </p:txBody>
        </p:sp>
        <p:sp>
          <p:nvSpPr>
            <p:cNvPr id="259" name="TextBox 258">
              <a:extLst>
                <a:ext uri="{FF2B5EF4-FFF2-40B4-BE49-F238E27FC236}">
                  <a16:creationId xmlns:a16="http://schemas.microsoft.com/office/drawing/2014/main" id="{4EA9B929-83CA-36EC-F95C-667D68D7322F}"/>
                </a:ext>
              </a:extLst>
            </p:cNvPr>
            <p:cNvSpPr txBox="1"/>
            <p:nvPr/>
          </p:nvSpPr>
          <p:spPr>
            <a:xfrm>
              <a:off x="3248033" y="8823174"/>
              <a:ext cx="3969081" cy="1107996"/>
            </a:xfrm>
            <a:prstGeom prst="rect">
              <a:avLst/>
            </a:prstGeom>
            <a:noFill/>
          </p:spPr>
          <p:txBody>
            <a:bodyPr wrap="square" rtlCol="0">
              <a:spAutoFit/>
            </a:bodyPr>
            <a:lstStyle/>
            <a:p>
              <a:r>
                <a:rPr lang="en-US" sz="6600" b="1" dirty="0">
                  <a:solidFill>
                    <a:srgbClr val="404040"/>
                  </a:solidFill>
                  <a:latin typeface="Montserrat" panose="00000800000000000000" pitchFamily="2" charset="0"/>
                </a:rPr>
                <a:t>gridy</a:t>
              </a:r>
            </a:p>
          </p:txBody>
        </p:sp>
        <p:sp>
          <p:nvSpPr>
            <p:cNvPr id="260" name="TextBox 259">
              <a:extLst>
                <a:ext uri="{FF2B5EF4-FFF2-40B4-BE49-F238E27FC236}">
                  <a16:creationId xmlns:a16="http://schemas.microsoft.com/office/drawing/2014/main" id="{8E201C0C-D6CE-8619-7C59-E271E686985D}"/>
                </a:ext>
              </a:extLst>
            </p:cNvPr>
            <p:cNvSpPr txBox="1"/>
            <p:nvPr/>
          </p:nvSpPr>
          <p:spPr>
            <a:xfrm>
              <a:off x="870429" y="10072934"/>
              <a:ext cx="7458891" cy="4524315"/>
            </a:xfrm>
            <a:prstGeom prst="rect">
              <a:avLst/>
            </a:prstGeom>
            <a:noFill/>
          </p:spPr>
          <p:txBody>
            <a:bodyPr wrap="square" rtlCol="0">
              <a:spAutoFit/>
            </a:bodyPr>
            <a:lstStyle/>
            <a:p>
              <a:r>
                <a:rPr lang="en-US" sz="2400" dirty="0">
                  <a:solidFill>
                    <a:schemeClr val="bg1"/>
                  </a:solidFill>
                  <a:latin typeface="ADLaM Display" panose="02010000000000000000" pitchFamily="2" charset="0"/>
                  <a:ea typeface="ADLaM Display" panose="02010000000000000000" pitchFamily="2" charset="0"/>
                  <a:cs typeface="ADLaM Display" panose="02010000000000000000" pitchFamily="2" charset="0"/>
                </a:rPr>
                <a:t>This function place words into a 10x10 matrix either horizontally , vertically , or diagonally , For each word ,it randomly selects a direction and attempts to place the word in the grid while ensuring no over laps with existing letters . If successful the word is added otherwise , it retries until the placement is completed .After all words are placed ,any empty cells in the grid will be filled with a random capitalized letter .Finally the complete matrix is printed showing the words randomly added to the grid .</a:t>
              </a:r>
            </a:p>
            <a:p>
              <a:endParaRPr lang="en-US" sz="2400" dirty="0"/>
            </a:p>
          </p:txBody>
        </p:sp>
      </p:grpSp>
      <p:grpSp>
        <p:nvGrpSpPr>
          <p:cNvPr id="265" name="Group 264">
            <a:extLst>
              <a:ext uri="{FF2B5EF4-FFF2-40B4-BE49-F238E27FC236}">
                <a16:creationId xmlns:a16="http://schemas.microsoft.com/office/drawing/2014/main" id="{897882E0-836B-F996-2FEC-DC58CB0767E5}"/>
              </a:ext>
            </a:extLst>
          </p:cNvPr>
          <p:cNvGrpSpPr/>
          <p:nvPr/>
        </p:nvGrpSpPr>
        <p:grpSpPr>
          <a:xfrm>
            <a:off x="-14419840" y="-204585"/>
            <a:ext cx="11780522" cy="7153066"/>
            <a:chOff x="2040706" y="-4861072"/>
            <a:chExt cx="8471412" cy="7020361"/>
          </a:xfrm>
        </p:grpSpPr>
        <p:grpSp>
          <p:nvGrpSpPr>
            <p:cNvPr id="266" name="Group 265">
              <a:extLst>
                <a:ext uri="{FF2B5EF4-FFF2-40B4-BE49-F238E27FC236}">
                  <a16:creationId xmlns:a16="http://schemas.microsoft.com/office/drawing/2014/main" id="{5EAEEA94-CC6E-D673-FC17-949E6B65DDF2}"/>
                </a:ext>
              </a:extLst>
            </p:cNvPr>
            <p:cNvGrpSpPr/>
            <p:nvPr/>
          </p:nvGrpSpPr>
          <p:grpSpPr>
            <a:xfrm>
              <a:off x="2040706" y="-4861072"/>
              <a:ext cx="8471412" cy="7020361"/>
              <a:chOff x="-6243967" y="-162361"/>
              <a:chExt cx="8471412" cy="7020361"/>
            </a:xfrm>
          </p:grpSpPr>
          <p:grpSp>
            <p:nvGrpSpPr>
              <p:cNvPr id="271" name="Group 270">
                <a:extLst>
                  <a:ext uri="{FF2B5EF4-FFF2-40B4-BE49-F238E27FC236}">
                    <a16:creationId xmlns:a16="http://schemas.microsoft.com/office/drawing/2014/main" id="{30A683CD-B41F-B60D-01B8-0E91B5E5A7A1}"/>
                  </a:ext>
                </a:extLst>
              </p:cNvPr>
              <p:cNvGrpSpPr/>
              <p:nvPr/>
            </p:nvGrpSpPr>
            <p:grpSpPr>
              <a:xfrm>
                <a:off x="-6243967" y="-162361"/>
                <a:ext cx="8322886" cy="7020361"/>
                <a:chOff x="-3943236" y="-162361"/>
                <a:chExt cx="9695091" cy="7020361"/>
              </a:xfrm>
            </p:grpSpPr>
            <p:sp>
              <p:nvSpPr>
                <p:cNvPr id="273" name="Rectangle 272">
                  <a:extLst>
                    <a:ext uri="{FF2B5EF4-FFF2-40B4-BE49-F238E27FC236}">
                      <a16:creationId xmlns:a16="http://schemas.microsoft.com/office/drawing/2014/main" id="{54B0C52F-08C9-2198-3876-1224A490404E}"/>
                    </a:ext>
                  </a:extLst>
                </p:cNvPr>
                <p:cNvSpPr/>
                <p:nvPr/>
              </p:nvSpPr>
              <p:spPr>
                <a:xfrm>
                  <a:off x="-3943236" y="-162361"/>
                  <a:ext cx="8880998" cy="7020361"/>
                </a:xfrm>
                <a:prstGeom prst="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4" name="Rectangle: Rounded Corners 273">
                  <a:extLst>
                    <a:ext uri="{FF2B5EF4-FFF2-40B4-BE49-F238E27FC236}">
                      <a16:creationId xmlns:a16="http://schemas.microsoft.com/office/drawing/2014/main" id="{7E87F3BB-DD3E-DC2B-6526-A40F6CC45A12}"/>
                    </a:ext>
                  </a:extLst>
                </p:cNvPr>
                <p:cNvSpPr/>
                <p:nvPr/>
              </p:nvSpPr>
              <p:spPr>
                <a:xfrm>
                  <a:off x="4533355" y="1632857"/>
                  <a:ext cx="1218500" cy="946331"/>
                </a:xfrm>
                <a:prstGeom prst="roundRect">
                  <a:avLst/>
                </a:prstGeom>
                <a:solidFill>
                  <a:srgbClr val="00264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72" name="TextBox 271">
                <a:extLst>
                  <a:ext uri="{FF2B5EF4-FFF2-40B4-BE49-F238E27FC236}">
                    <a16:creationId xmlns:a16="http://schemas.microsoft.com/office/drawing/2014/main" id="{099C24A4-688D-B6DA-792B-0BB7A54B4EE0}"/>
                  </a:ext>
                </a:extLst>
              </p:cNvPr>
              <p:cNvSpPr txBox="1"/>
              <p:nvPr/>
            </p:nvSpPr>
            <p:spPr>
              <a:xfrm>
                <a:off x="1486164" y="1598190"/>
                <a:ext cx="741281" cy="1015663"/>
              </a:xfrm>
              <a:prstGeom prst="rect">
                <a:avLst/>
              </a:prstGeom>
              <a:noFill/>
            </p:spPr>
            <p:txBody>
              <a:bodyPr wrap="square" rtlCol="0">
                <a:spAutoFit/>
              </a:bodyPr>
              <a:lstStyle/>
              <a:p>
                <a:r>
                  <a:rPr lang="en-US" sz="6000" b="1" dirty="0">
                    <a:solidFill>
                      <a:srgbClr val="00498D"/>
                    </a:solidFill>
                    <a:latin typeface="ADLaM Display" panose="02010000000000000000" pitchFamily="2" charset="0"/>
                    <a:ea typeface="ADLaM Display" panose="02010000000000000000" pitchFamily="2" charset="0"/>
                    <a:cs typeface="ADLaM Display" panose="02010000000000000000" pitchFamily="2" charset="0"/>
                  </a:rPr>
                  <a:t>2</a:t>
                </a:r>
              </a:p>
            </p:txBody>
          </p:sp>
        </p:grpSp>
        <p:grpSp>
          <p:nvGrpSpPr>
            <p:cNvPr id="267" name="Group 266">
              <a:extLst>
                <a:ext uri="{FF2B5EF4-FFF2-40B4-BE49-F238E27FC236}">
                  <a16:creationId xmlns:a16="http://schemas.microsoft.com/office/drawing/2014/main" id="{EE4AFD9F-6285-CC52-94AC-9B53F85EC5B1}"/>
                </a:ext>
              </a:extLst>
            </p:cNvPr>
            <p:cNvGrpSpPr/>
            <p:nvPr/>
          </p:nvGrpSpPr>
          <p:grpSpPr>
            <a:xfrm>
              <a:off x="2909913" y="-4836143"/>
              <a:ext cx="7562200" cy="5924589"/>
              <a:chOff x="2909913" y="-4836143"/>
              <a:chExt cx="7562200" cy="5924589"/>
            </a:xfrm>
          </p:grpSpPr>
          <p:sp>
            <p:nvSpPr>
              <p:cNvPr id="268" name="TextBox 267">
                <a:extLst>
                  <a:ext uri="{FF2B5EF4-FFF2-40B4-BE49-F238E27FC236}">
                    <a16:creationId xmlns:a16="http://schemas.microsoft.com/office/drawing/2014/main" id="{D1947344-038D-2EC2-F6FD-DFFC17EDB1AD}"/>
                  </a:ext>
                </a:extLst>
              </p:cNvPr>
              <p:cNvSpPr txBox="1"/>
              <p:nvPr/>
            </p:nvSpPr>
            <p:spPr>
              <a:xfrm>
                <a:off x="5178773" y="-3723475"/>
                <a:ext cx="5293340" cy="1087440"/>
              </a:xfrm>
              <a:prstGeom prst="rect">
                <a:avLst/>
              </a:prstGeom>
              <a:noFill/>
            </p:spPr>
            <p:txBody>
              <a:bodyPr wrap="square" rtlCol="0">
                <a:spAutoFit/>
              </a:bodyPr>
              <a:lstStyle/>
              <a:p>
                <a:r>
                  <a:rPr lang="en-US" sz="6600" b="1" dirty="0">
                    <a:solidFill>
                      <a:schemeClr val="tx1">
                        <a:lumMod val="75000"/>
                        <a:lumOff val="25000"/>
                      </a:schemeClr>
                    </a:solidFill>
                    <a:latin typeface="Montserrat" panose="00000800000000000000" pitchFamily="2" charset="0"/>
                  </a:rPr>
                  <a:t>Players</a:t>
                </a:r>
              </a:p>
            </p:txBody>
          </p:sp>
          <p:sp>
            <p:nvSpPr>
              <p:cNvPr id="269" name="TextBox 268">
                <a:extLst>
                  <a:ext uri="{FF2B5EF4-FFF2-40B4-BE49-F238E27FC236}">
                    <a16:creationId xmlns:a16="http://schemas.microsoft.com/office/drawing/2014/main" id="{F6904B5A-77EE-FAB0-D807-CB7059832A52}"/>
                  </a:ext>
                </a:extLst>
              </p:cNvPr>
              <p:cNvSpPr txBox="1"/>
              <p:nvPr/>
            </p:nvSpPr>
            <p:spPr>
              <a:xfrm>
                <a:off x="5203100" y="-4836143"/>
                <a:ext cx="204609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02</a:t>
                </a:r>
              </a:p>
            </p:txBody>
          </p:sp>
          <p:sp>
            <p:nvSpPr>
              <p:cNvPr id="270" name="TextBox 269">
                <a:extLst>
                  <a:ext uri="{FF2B5EF4-FFF2-40B4-BE49-F238E27FC236}">
                    <a16:creationId xmlns:a16="http://schemas.microsoft.com/office/drawing/2014/main" id="{5166634C-F760-7C03-34F4-5ABA2A605458}"/>
                  </a:ext>
                </a:extLst>
              </p:cNvPr>
              <p:cNvSpPr txBox="1"/>
              <p:nvPr/>
            </p:nvSpPr>
            <p:spPr>
              <a:xfrm>
                <a:off x="2909913" y="-2536354"/>
                <a:ext cx="6829073" cy="3624800"/>
              </a:xfrm>
              <a:prstGeom prst="rect">
                <a:avLst/>
              </a:prstGeom>
              <a:noFill/>
            </p:spPr>
            <p:txBody>
              <a:bodyPr wrap="square" rtlCol="0">
                <a:spAutoFit/>
              </a:bodyPr>
              <a:lstStyle/>
              <a:p>
                <a:r>
                  <a:rPr lang="en-US" sz="2600" b="1" dirty="0">
                    <a:solidFill>
                      <a:schemeClr val="bg1"/>
                    </a:solidFill>
                    <a:latin typeface="Montserrat" panose="00000800000000000000" pitchFamily="2" charset="0"/>
                  </a:rPr>
                  <a:t>This function asks the user whether to play singleplayer , multiplayer either versus player or a computer calculate the player score based on their performance in the word search game . It typically takes  inputs such as if the word is found . For every correctly identified word ,a predefined number of points awarded .The function provide live feedback based on the user and the other player and even the computer score .</a:t>
                </a:r>
              </a:p>
            </p:txBody>
          </p:sp>
        </p:grpSp>
      </p:grpSp>
      <p:grpSp>
        <p:nvGrpSpPr>
          <p:cNvPr id="275" name="Group 274">
            <a:extLst>
              <a:ext uri="{FF2B5EF4-FFF2-40B4-BE49-F238E27FC236}">
                <a16:creationId xmlns:a16="http://schemas.microsoft.com/office/drawing/2014/main" id="{C4F3345D-5A2B-BAF9-3ABD-341DE92941A5}"/>
              </a:ext>
            </a:extLst>
          </p:cNvPr>
          <p:cNvGrpSpPr/>
          <p:nvPr/>
        </p:nvGrpSpPr>
        <p:grpSpPr>
          <a:xfrm>
            <a:off x="-18363740" y="-88702"/>
            <a:ext cx="13539582" cy="7352494"/>
            <a:chOff x="1174527" y="8379854"/>
            <a:chExt cx="8293851" cy="7003052"/>
          </a:xfrm>
        </p:grpSpPr>
        <p:grpSp>
          <p:nvGrpSpPr>
            <p:cNvPr id="276" name="Group 275">
              <a:extLst>
                <a:ext uri="{FF2B5EF4-FFF2-40B4-BE49-F238E27FC236}">
                  <a16:creationId xmlns:a16="http://schemas.microsoft.com/office/drawing/2014/main" id="{2D8EFFC2-4E73-EC48-65C1-E0185A648A57}"/>
                </a:ext>
              </a:extLst>
            </p:cNvPr>
            <p:cNvGrpSpPr/>
            <p:nvPr/>
          </p:nvGrpSpPr>
          <p:grpSpPr>
            <a:xfrm>
              <a:off x="1174527" y="8379854"/>
              <a:ext cx="8293851" cy="7003052"/>
              <a:chOff x="-6874038" y="-145052"/>
              <a:chExt cx="8293851" cy="7003052"/>
            </a:xfrm>
          </p:grpSpPr>
          <p:grpSp>
            <p:nvGrpSpPr>
              <p:cNvPr id="280" name="Group 279">
                <a:extLst>
                  <a:ext uri="{FF2B5EF4-FFF2-40B4-BE49-F238E27FC236}">
                    <a16:creationId xmlns:a16="http://schemas.microsoft.com/office/drawing/2014/main" id="{47F10E3E-9F7C-5B69-2826-F1D5461F97A1}"/>
                  </a:ext>
                </a:extLst>
              </p:cNvPr>
              <p:cNvGrpSpPr/>
              <p:nvPr/>
            </p:nvGrpSpPr>
            <p:grpSpPr>
              <a:xfrm>
                <a:off x="-6874038" y="-145052"/>
                <a:ext cx="8174555" cy="7003052"/>
                <a:chOff x="-3373649" y="-145052"/>
                <a:chExt cx="6912525" cy="7003052"/>
              </a:xfrm>
            </p:grpSpPr>
            <p:sp>
              <p:nvSpPr>
                <p:cNvPr id="282" name="Rectangle 281">
                  <a:extLst>
                    <a:ext uri="{FF2B5EF4-FFF2-40B4-BE49-F238E27FC236}">
                      <a16:creationId xmlns:a16="http://schemas.microsoft.com/office/drawing/2014/main" id="{1522056F-73FF-8579-8D37-B3E2763F10E7}"/>
                    </a:ext>
                  </a:extLst>
                </p:cNvPr>
                <p:cNvSpPr/>
                <p:nvPr/>
              </p:nvSpPr>
              <p:spPr>
                <a:xfrm>
                  <a:off x="-3373649" y="-145052"/>
                  <a:ext cx="6307349" cy="7003052"/>
                </a:xfrm>
                <a:prstGeom prst="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3" name="Rectangle: Rounded Corners 282">
                  <a:extLst>
                    <a:ext uri="{FF2B5EF4-FFF2-40B4-BE49-F238E27FC236}">
                      <a16:creationId xmlns:a16="http://schemas.microsoft.com/office/drawing/2014/main" id="{5359F01B-F6CC-04B9-97C8-CD1B9D91B979}"/>
                    </a:ext>
                  </a:extLst>
                </p:cNvPr>
                <p:cNvSpPr/>
                <p:nvPr/>
              </p:nvSpPr>
              <p:spPr>
                <a:xfrm>
                  <a:off x="2770685" y="584200"/>
                  <a:ext cx="768191" cy="914400"/>
                </a:xfrm>
                <a:prstGeom prst="roundRect">
                  <a:avLst/>
                </a:prstGeom>
                <a:solidFill>
                  <a:srgbClr val="000B1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81" name="TextBox 280">
                <a:extLst>
                  <a:ext uri="{FF2B5EF4-FFF2-40B4-BE49-F238E27FC236}">
                    <a16:creationId xmlns:a16="http://schemas.microsoft.com/office/drawing/2014/main" id="{5EBA1F7B-86FB-E67C-AD35-C5610D7820BC}"/>
                  </a:ext>
                </a:extLst>
              </p:cNvPr>
              <p:cNvSpPr txBox="1"/>
              <p:nvPr/>
            </p:nvSpPr>
            <p:spPr>
              <a:xfrm>
                <a:off x="678532" y="550065"/>
                <a:ext cx="741281" cy="1015663"/>
              </a:xfrm>
              <a:prstGeom prst="rect">
                <a:avLst/>
              </a:prstGeom>
              <a:noFill/>
            </p:spPr>
            <p:txBody>
              <a:bodyPr wrap="square" rtlCol="0">
                <a:spAutoFit/>
              </a:bodyPr>
              <a:lstStyle/>
              <a:p>
                <a:r>
                  <a:rPr lang="en-US" sz="6000" b="1" dirty="0">
                    <a:solidFill>
                      <a:srgbClr val="00264D"/>
                    </a:solidFill>
                    <a:latin typeface="ADLaM Display" panose="02010000000000000000" pitchFamily="2" charset="0"/>
                    <a:ea typeface="ADLaM Display" panose="02010000000000000000" pitchFamily="2" charset="0"/>
                    <a:cs typeface="ADLaM Display" panose="02010000000000000000" pitchFamily="2" charset="0"/>
                  </a:rPr>
                  <a:t>1</a:t>
                </a:r>
              </a:p>
            </p:txBody>
          </p:sp>
        </p:grpSp>
        <p:sp>
          <p:nvSpPr>
            <p:cNvPr id="277" name="TextBox 276">
              <a:extLst>
                <a:ext uri="{FF2B5EF4-FFF2-40B4-BE49-F238E27FC236}">
                  <a16:creationId xmlns:a16="http://schemas.microsoft.com/office/drawing/2014/main" id="{778860BC-12DD-B558-2C9B-6D38FEE551D3}"/>
                </a:ext>
              </a:extLst>
            </p:cNvPr>
            <p:cNvSpPr txBox="1"/>
            <p:nvPr/>
          </p:nvSpPr>
          <p:spPr>
            <a:xfrm>
              <a:off x="4408288" y="8520974"/>
              <a:ext cx="1845924" cy="1569660"/>
            </a:xfrm>
            <a:prstGeom prst="rect">
              <a:avLst/>
            </a:prstGeom>
            <a:noFill/>
          </p:spPr>
          <p:txBody>
            <a:bodyPr wrap="square" rtlCol="0">
              <a:spAutoFit/>
            </a:bodyPr>
            <a:lstStyle/>
            <a:p>
              <a:r>
                <a:rPr lang="en-US" sz="9600" dirty="0">
                  <a:solidFill>
                    <a:schemeClr val="bg1">
                      <a:alpha val="46000"/>
                    </a:schemeClr>
                  </a:solidFill>
                  <a:latin typeface="Montserrat" panose="00000800000000000000" pitchFamily="2" charset="0"/>
                </a:rPr>
                <a:t>01</a:t>
              </a:r>
            </a:p>
          </p:txBody>
        </p:sp>
        <p:sp>
          <p:nvSpPr>
            <p:cNvPr id="278" name="TextBox 277">
              <a:extLst>
                <a:ext uri="{FF2B5EF4-FFF2-40B4-BE49-F238E27FC236}">
                  <a16:creationId xmlns:a16="http://schemas.microsoft.com/office/drawing/2014/main" id="{EAD2B08F-FCB3-A110-30FF-8180BA32F87A}"/>
                </a:ext>
              </a:extLst>
            </p:cNvPr>
            <p:cNvSpPr txBox="1"/>
            <p:nvPr/>
          </p:nvSpPr>
          <p:spPr>
            <a:xfrm>
              <a:off x="3320015" y="9641272"/>
              <a:ext cx="5796661" cy="967392"/>
            </a:xfrm>
            <a:prstGeom prst="rect">
              <a:avLst/>
            </a:prstGeom>
            <a:noFill/>
          </p:spPr>
          <p:txBody>
            <a:bodyPr wrap="square" rtlCol="0">
              <a:spAutoFit/>
            </a:bodyPr>
            <a:lstStyle/>
            <a:p>
              <a:r>
                <a:rPr lang="en-US" sz="6000" b="1" dirty="0">
                  <a:solidFill>
                    <a:schemeClr val="tx1">
                      <a:lumMod val="75000"/>
                      <a:lumOff val="25000"/>
                    </a:schemeClr>
                  </a:solidFill>
                  <a:latin typeface="Montserrat" panose="00000800000000000000" pitchFamily="2" charset="0"/>
                </a:rPr>
                <a:t>Load and save</a:t>
              </a:r>
              <a:endParaRPr lang="en-US" sz="6600" b="1" dirty="0">
                <a:solidFill>
                  <a:schemeClr val="tx1">
                    <a:lumMod val="75000"/>
                    <a:lumOff val="25000"/>
                  </a:schemeClr>
                </a:solidFill>
                <a:latin typeface="Montserrat" panose="00000800000000000000" pitchFamily="2" charset="0"/>
              </a:endParaRPr>
            </a:p>
          </p:txBody>
        </p:sp>
        <p:sp>
          <p:nvSpPr>
            <p:cNvPr id="279" name="TextBox 278">
              <a:extLst>
                <a:ext uri="{FF2B5EF4-FFF2-40B4-BE49-F238E27FC236}">
                  <a16:creationId xmlns:a16="http://schemas.microsoft.com/office/drawing/2014/main" id="{ADE3E152-2466-2358-1CF7-B983A300C23E}"/>
                </a:ext>
              </a:extLst>
            </p:cNvPr>
            <p:cNvSpPr txBox="1"/>
            <p:nvPr/>
          </p:nvSpPr>
          <p:spPr>
            <a:xfrm>
              <a:off x="2980664" y="10556877"/>
              <a:ext cx="5409805" cy="3781621"/>
            </a:xfrm>
            <a:prstGeom prst="rect">
              <a:avLst/>
            </a:prstGeom>
            <a:noFill/>
          </p:spPr>
          <p:txBody>
            <a:bodyPr wrap="square" rtlCol="0">
              <a:spAutoFit/>
            </a:bodyPr>
            <a:lstStyle/>
            <a:p>
              <a:r>
                <a:rPr lang="en-US" sz="3600" dirty="0">
                  <a:solidFill>
                    <a:schemeClr val="bg1"/>
                  </a:solidFill>
                  <a:latin typeface="Montserrat" panose="00000800000000000000" pitchFamily="2" charset="0"/>
                </a:rPr>
                <a:t>Thes functions work together to enable seamless saving and loading of the multiplayer’s or single player states ,score ,</a:t>
              </a:r>
              <a:r>
                <a:rPr lang="en-US" sz="3600" dirty="0" err="1">
                  <a:solidFill>
                    <a:schemeClr val="bg1"/>
                  </a:solidFill>
                  <a:latin typeface="Montserrat" panose="00000800000000000000" pitchFamily="2" charset="0"/>
                </a:rPr>
                <a:t>names,words</a:t>
              </a:r>
              <a:r>
                <a:rPr lang="en-US" sz="3600" dirty="0">
                  <a:solidFill>
                    <a:schemeClr val="bg1"/>
                  </a:solidFill>
                  <a:latin typeface="Montserrat" panose="00000800000000000000" pitchFamily="2" charset="0"/>
                </a:rPr>
                <a:t> and even the grid allowing the user to save and load the game whenever they want .</a:t>
              </a:r>
            </a:p>
          </p:txBody>
        </p:sp>
      </p:grpSp>
    </p:spTree>
    <p:extLst>
      <p:ext uri="{BB962C8B-B14F-4D97-AF65-F5344CB8AC3E}">
        <p14:creationId xmlns:p14="http://schemas.microsoft.com/office/powerpoint/2010/main" val="42353469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iterate type="lt">
                                    <p:tmAbs val="100"/>
                                  </p:iterate>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C1B6220-FB70-8B7C-45D5-75CEB9B4908D}"/>
              </a:ext>
            </a:extLst>
          </p:cNvPr>
          <p:cNvPicPr>
            <a:picLocks noChangeAspect="1"/>
          </p:cNvPicPr>
          <p:nvPr/>
        </p:nvPicPr>
        <p:blipFill>
          <a:blip r:embed="rId2"/>
          <a:stretch>
            <a:fillRect/>
          </a:stretch>
        </p:blipFill>
        <p:spPr>
          <a:xfrm>
            <a:off x="-763132" y="0"/>
            <a:ext cx="13237936" cy="6881237"/>
          </a:xfrm>
          <a:prstGeom prst="rect">
            <a:avLst/>
          </a:prstGeom>
        </p:spPr>
      </p:pic>
    </p:spTree>
    <p:extLst>
      <p:ext uri="{BB962C8B-B14F-4D97-AF65-F5344CB8AC3E}">
        <p14:creationId xmlns:p14="http://schemas.microsoft.com/office/powerpoint/2010/main" val="3262471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32887-D03B-9CB2-5152-84240E72693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29793995-3699-539A-DE78-B02CB01E9D4E}"/>
              </a:ext>
            </a:extLst>
          </p:cNvPr>
          <p:cNvPicPr>
            <a:picLocks noChangeAspect="1"/>
          </p:cNvPicPr>
          <p:nvPr/>
        </p:nvPicPr>
        <p:blipFill>
          <a:blip r:embed="rId2"/>
          <a:stretch>
            <a:fillRect/>
          </a:stretch>
        </p:blipFill>
        <p:spPr>
          <a:xfrm>
            <a:off x="-1199319" y="-116114"/>
            <a:ext cx="14191407" cy="7117088"/>
          </a:xfrm>
          <a:prstGeom prst="rect">
            <a:avLst/>
          </a:prstGeom>
        </p:spPr>
      </p:pic>
    </p:spTree>
    <p:extLst>
      <p:ext uri="{BB962C8B-B14F-4D97-AF65-F5344CB8AC3E}">
        <p14:creationId xmlns:p14="http://schemas.microsoft.com/office/powerpoint/2010/main" val="16048491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9EDF1-FDDC-B123-C034-47236ED0004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FE508D3-1828-6508-5C2C-D6235ADDCD1A}"/>
              </a:ext>
            </a:extLst>
          </p:cNvPr>
          <p:cNvPicPr>
            <a:picLocks noChangeAspect="1"/>
          </p:cNvPicPr>
          <p:nvPr/>
        </p:nvPicPr>
        <p:blipFill>
          <a:blip r:embed="rId2"/>
          <a:stretch>
            <a:fillRect/>
          </a:stretch>
        </p:blipFill>
        <p:spPr>
          <a:xfrm>
            <a:off x="-48502" y="-50800"/>
            <a:ext cx="12240502" cy="6959600"/>
          </a:xfrm>
          <a:prstGeom prst="rect">
            <a:avLst/>
          </a:prstGeom>
        </p:spPr>
      </p:pic>
    </p:spTree>
    <p:extLst>
      <p:ext uri="{BB962C8B-B14F-4D97-AF65-F5344CB8AC3E}">
        <p14:creationId xmlns:p14="http://schemas.microsoft.com/office/powerpoint/2010/main" val="23569430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82A03-7680-17D2-D804-9F6664AFEAC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34FCA69-670F-F3F6-06F6-E325B112689D}"/>
              </a:ext>
            </a:extLst>
          </p:cNvPr>
          <p:cNvPicPr>
            <a:picLocks noChangeAspect="1"/>
          </p:cNvPicPr>
          <p:nvPr/>
        </p:nvPicPr>
        <p:blipFill>
          <a:blip r:embed="rId3"/>
          <a:stretch>
            <a:fillRect/>
          </a:stretch>
        </p:blipFill>
        <p:spPr>
          <a:xfrm>
            <a:off x="-130629" y="0"/>
            <a:ext cx="12453257" cy="7017663"/>
          </a:xfrm>
          <a:prstGeom prst="rect">
            <a:avLst/>
          </a:prstGeom>
        </p:spPr>
      </p:pic>
    </p:spTree>
    <p:extLst>
      <p:ext uri="{BB962C8B-B14F-4D97-AF65-F5344CB8AC3E}">
        <p14:creationId xmlns:p14="http://schemas.microsoft.com/office/powerpoint/2010/main" val="14789624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8dba52ed-fd75-4f33-afb9-7b3a939bf752"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17B574BD4204942A7D0D254A886DA04" ma:contentTypeVersion="6" ma:contentTypeDescription="Create a new document." ma:contentTypeScope="" ma:versionID="1ad4e319f51b30ae44682621a8a9e493">
  <xsd:schema xmlns:xsd="http://www.w3.org/2001/XMLSchema" xmlns:xs="http://www.w3.org/2001/XMLSchema" xmlns:p="http://schemas.microsoft.com/office/2006/metadata/properties" xmlns:ns3="8dba52ed-fd75-4f33-afb9-7b3a939bf752" targetNamespace="http://schemas.microsoft.com/office/2006/metadata/properties" ma:root="true" ma:fieldsID="2e24ab340a8a7e440b1be7cc2a9d1387" ns3:_="">
    <xsd:import namespace="8dba52ed-fd75-4f33-afb9-7b3a939bf75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dba52ed-fd75-4f33-afb9-7b3a939bf75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C9342FE-6665-46C0-98CC-4B9D93D9360A}">
  <ds:schemaRefs>
    <ds:schemaRef ds:uri="http://schemas.microsoft.com/office/2006/documentManagement/types"/>
    <ds:schemaRef ds:uri="http://purl.org/dc/dcmitype/"/>
    <ds:schemaRef ds:uri="http://schemas.microsoft.com/office/2006/metadata/properties"/>
    <ds:schemaRef ds:uri="http://schemas.microsoft.com/office/infopath/2007/PartnerControls"/>
    <ds:schemaRef ds:uri="http://www.w3.org/XML/1998/namespace"/>
    <ds:schemaRef ds:uri="http://purl.org/dc/elements/1.1/"/>
    <ds:schemaRef ds:uri="http://schemas.openxmlformats.org/package/2006/metadata/core-properties"/>
    <ds:schemaRef ds:uri="8dba52ed-fd75-4f33-afb9-7b3a939bf752"/>
    <ds:schemaRef ds:uri="http://purl.org/dc/terms/"/>
  </ds:schemaRefs>
</ds:datastoreItem>
</file>

<file path=customXml/itemProps2.xml><?xml version="1.0" encoding="utf-8"?>
<ds:datastoreItem xmlns:ds="http://schemas.openxmlformats.org/officeDocument/2006/customXml" ds:itemID="{950C2557-0B7D-433C-8A2B-EBABCB233A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dba52ed-fd75-4f33-afb9-7b3a939bf7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D61C303-BDA1-402C-9C96-3968A3D60AB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572</TotalTime>
  <Words>3081</Words>
  <Application>Microsoft Office PowerPoint</Application>
  <PresentationFormat>Widescreen</PresentationFormat>
  <Paragraphs>240</Paragraphs>
  <Slides>27</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Microsoft YaHei UI Light</vt:lpstr>
      <vt:lpstr>ADLaM Display</vt:lpstr>
      <vt:lpstr>Aptos</vt:lpstr>
      <vt:lpstr>Aptos Display</vt:lpstr>
      <vt:lpstr>Arial</vt:lpstr>
      <vt:lpstr>Microsoft Yi Baiti</vt:lpstr>
      <vt:lpstr>Montserrat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Ismail Ayman Ismail Abdulaziz</dc:creator>
  <cp:lastModifiedBy>Ismail Ayman Ismail Abdulaziz</cp:lastModifiedBy>
  <cp:revision>11</cp:revision>
  <dcterms:created xsi:type="dcterms:W3CDTF">2024-12-26T07:56:44Z</dcterms:created>
  <dcterms:modified xsi:type="dcterms:W3CDTF">2026-04-24T11:31:50Z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0x010100717B574BD4204942A7D0D254A886DA04</vt:lpwstr>
  </property>
</Properties>
</file>